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두리"/>
          <p:cNvSpPr/>
          <p:nvPr/>
        </p:nvSpPr>
        <p:spPr>
          <a:xfrm>
            <a:off x="411480" y="411480"/>
            <a:ext cx="6739128" cy="9866376"/>
          </a:xfrm>
          <a:prstGeom prst="roundRect">
            <a:avLst>
              <a:gd name="adj" fmla="val 4071"/>
            </a:avLst>
          </a:prstGeom>
          <a:solidFill>
            <a:srgbClr val="FFFFFF"/>
          </a:solidFill>
          <a:ln w="88900">
            <a:solidFill>
              <a:srgbClr val="F26522"/>
            </a:solidFill>
            <a:prstDash val="solid"/>
          </a:ln>
        </p:spPr>
      </p:sp>
      <p:sp>
        <p:nvSpPr>
          <p:cNvPr id="3" name="봉사 아이콘 원"/>
          <p:cNvSpPr/>
          <p:nvPr/>
        </p:nvSpPr>
        <p:spPr>
          <a:xfrm>
            <a:off x="3095244" y="868680"/>
            <a:ext cx="1371600" cy="1371600"/>
          </a:xfrm>
          <a:prstGeom prst="ellipse">
            <a:avLst/>
          </a:prstGeom>
          <a:solidFill>
            <a:srgbClr val="F26522"/>
          </a:solidFill>
          <a:ln w="76200">
            <a:solidFill>
              <a:srgbClr val="FEF0E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봉사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7852" y="1161288"/>
            <a:ext cx="786384" cy="786384"/>
          </a:xfrm>
          <a:prstGeom prst="rect">
            <a:avLst/>
          </a:prstGeom>
        </p:spPr>
      </p:pic>
      <p:sp>
        <p:nvSpPr>
          <p:cNvPr id="5" name="제목"/>
          <p:cNvSpPr txBox="1"/>
          <p:nvPr/>
        </p:nvSpPr>
        <p:spPr>
          <a:xfrm>
            <a:off x="411480" y="2377440"/>
            <a:ext cx="6739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300" kern="0" dirty="0">
                <a:solidFill>
                  <a:srgbClr val="1821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교원업적평가</a:t>
            </a:r>
            <a:endParaRPr lang="en-US" sz="3400" dirty="0"/>
          </a:p>
        </p:txBody>
      </p:sp>
      <p:sp>
        <p:nvSpPr>
          <p:cNvPr id="6" name="봉사영역"/>
          <p:cNvSpPr txBox="1"/>
          <p:nvPr/>
        </p:nvSpPr>
        <p:spPr>
          <a:xfrm>
            <a:off x="411480" y="2944368"/>
            <a:ext cx="6739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26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봉사영역</a:t>
            </a:r>
            <a:endParaRPr lang="en-US" sz="7800" dirty="0"/>
          </a:p>
        </p:txBody>
      </p:sp>
      <p:sp>
        <p:nvSpPr>
          <p:cNvPr id="7" name="안내 문구"/>
          <p:cNvSpPr txBox="1"/>
          <p:nvPr/>
        </p:nvSpPr>
        <p:spPr>
          <a:xfrm>
            <a:off x="685800" y="4434840"/>
            <a:ext cx="61904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009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전산프로그램 출력물</a:t>
            </a:r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en-US" sz="4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E84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 확인</a:t>
            </a:r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</a:t>
            </a:r>
            <a:endParaRPr lang="en-US" sz="4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접수해 드리겠습니다.</a:t>
            </a:r>
            <a:endParaRPr lang="en-US" sz="4000" dirty="0"/>
          </a:p>
        </p:txBody>
      </p:sp>
      <p:sp>
        <p:nvSpPr>
          <p:cNvPr id="8" name="접수처 상자"/>
          <p:cNvSpPr/>
          <p:nvPr/>
        </p:nvSpPr>
        <p:spPr>
          <a:xfrm>
            <a:off x="822960" y="7543800"/>
            <a:ext cx="5916168" cy="2240280"/>
          </a:xfrm>
          <a:prstGeom prst="roundRect">
            <a:avLst>
              <a:gd name="adj" fmla="val 10204"/>
            </a:avLst>
          </a:prstGeom>
          <a:solidFill>
            <a:srgbClr val="18214F"/>
          </a:solidFill>
          <a:ln/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sp>
      <p:pic>
        <p:nvPicPr>
          <p:cNvPr id="9" name="Image 1" descr="위치 아이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8252460"/>
            <a:ext cx="822960" cy="822960"/>
          </a:xfrm>
          <a:prstGeom prst="rect">
            <a:avLst/>
          </a:prstGeom>
        </p:spPr>
      </p:pic>
      <p:sp>
        <p:nvSpPr>
          <p:cNvPr id="10" name="접수처"/>
          <p:cNvSpPr txBox="1"/>
          <p:nvPr/>
        </p:nvSpPr>
        <p:spPr>
          <a:xfrm>
            <a:off x="2423160" y="7543800"/>
            <a:ext cx="40873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C8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기획처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911호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911호 봉사영역 접수 안내 (A4)</dc:title>
  <dc:subject>PptxGenJS Presentation</dc:subject>
  <dc:creator>PptxGenJS</dc:creator>
  <cp:lastModifiedBy>PptxGenJS</cp:lastModifiedBy>
  <cp:revision>1</cp:revision>
  <dcterms:created xsi:type="dcterms:W3CDTF">2026-10-30T04:59:22Z</dcterms:created>
  <dcterms:modified xsi:type="dcterms:W3CDTF">2026-10-30T04:59:22Z</dcterms:modified>
</cp:coreProperties>
</file>