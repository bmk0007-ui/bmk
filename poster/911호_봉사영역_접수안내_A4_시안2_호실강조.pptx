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상단 색면"/>
          <p:cNvSpPr/>
          <p:nvPr/>
        </p:nvSpPr>
        <p:spPr>
          <a:xfrm>
            <a:off x="0" y="0"/>
            <a:ext cx="7562088" cy="5120640"/>
          </a:xfrm>
          <a:prstGeom prst="rect">
            <a:avLst/>
          </a:prstGeom>
          <a:solidFill>
            <a:srgbClr val="FF6A2B"/>
          </a:solidFill>
          <a:ln/>
        </p:spPr>
      </p:sp>
      <p:sp>
        <p:nvSpPr>
          <p:cNvPr id="3" name="장식 원"/>
          <p:cNvSpPr/>
          <p:nvPr/>
        </p:nvSpPr>
        <p:spPr>
          <a:xfrm>
            <a:off x="4754880" y="2194560"/>
            <a:ext cx="4206240" cy="42062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제목"/>
          <p:cNvSpPr/>
          <p:nvPr/>
        </p:nvSpPr>
        <p:spPr>
          <a:xfrm>
            <a:off x="502920" y="548640"/>
            <a:ext cx="292608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E850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2800" dirty="0"/>
          </a:p>
        </p:txBody>
      </p:sp>
      <p:sp>
        <p:nvSpPr>
          <p:cNvPr id="5" name="봉사영역"/>
          <p:cNvSpPr txBox="1"/>
          <p:nvPr/>
        </p:nvSpPr>
        <p:spPr>
          <a:xfrm>
            <a:off x="502920" y="1371600"/>
            <a:ext cx="6556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7200" dirty="0"/>
          </a:p>
        </p:txBody>
      </p:sp>
      <p:pic>
        <p:nvPicPr>
          <p:cNvPr id="6" name="Image 0" descr="위치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72384"/>
            <a:ext cx="457200" cy="457200"/>
          </a:xfrm>
          <a:prstGeom prst="rect">
            <a:avLst/>
          </a:prstGeom>
        </p:spPr>
      </p:pic>
      <p:sp>
        <p:nvSpPr>
          <p:cNvPr id="7" name="접수처"/>
          <p:cNvSpPr txBox="1"/>
          <p:nvPr/>
        </p:nvSpPr>
        <p:spPr>
          <a:xfrm>
            <a:off x="1188720" y="2743200"/>
            <a:ext cx="58704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3600" dirty="0"/>
          </a:p>
        </p:txBody>
      </p:sp>
      <p:sp>
        <p:nvSpPr>
          <p:cNvPr id="8" name="아이콘 원"/>
          <p:cNvSpPr/>
          <p:nvPr/>
        </p:nvSpPr>
        <p:spPr>
          <a:xfrm>
            <a:off x="3346704" y="5623560"/>
            <a:ext cx="868680" cy="86868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9" name="Image 1" descr="확인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44" y="5801868"/>
            <a:ext cx="457200" cy="512064"/>
          </a:xfrm>
          <a:prstGeom prst="rect">
            <a:avLst/>
          </a:prstGeom>
        </p:spPr>
      </p:pic>
      <p:sp>
        <p:nvSpPr>
          <p:cNvPr id="10" name="안내 문구"/>
          <p:cNvSpPr txBox="1"/>
          <p:nvPr/>
        </p:nvSpPr>
        <p:spPr>
          <a:xfrm>
            <a:off x="502920" y="6675120"/>
            <a:ext cx="6556248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0AA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4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FF5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4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911호 봉사영역 접수 안내 - 시안 2</dc:title>
  <dc:subject>PptxGenJS Presentation</dc:subject>
  <dc:creator>PptxGenJS</dc:creator>
  <cp:lastModifiedBy>PptxGenJS</cp:lastModifiedBy>
  <cp:revision>1</cp:revision>
  <dcterms:created xsi:type="dcterms:W3CDTF">2026-10-30T04:53:02Z</dcterms:created>
  <dcterms:modified xsi:type="dcterms:W3CDTF">2026-10-30T04:53:02Z</dcterms:modified>
</cp:coreProperties>
</file>