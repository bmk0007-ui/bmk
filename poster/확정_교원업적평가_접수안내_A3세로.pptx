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7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 1"/>
          <p:cNvSpPr/>
          <p:nvPr/>
        </p:nvSpPr>
        <p:spPr>
          <a:xfrm>
            <a:off x="6949440" y="-237744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장식 원 2"/>
          <p:cNvSpPr/>
          <p:nvPr/>
        </p:nvSpPr>
        <p:spPr>
          <a:xfrm>
            <a:off x="-2743200" y="10972800"/>
            <a:ext cx="5943600" cy="5943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안내 문구 카드"/>
          <p:cNvSpPr/>
          <p:nvPr/>
        </p:nvSpPr>
        <p:spPr>
          <a:xfrm>
            <a:off x="548640" y="1051560"/>
            <a:ext cx="9592056" cy="603504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배지 원"/>
          <p:cNvSpPr/>
          <p:nvPr/>
        </p:nvSpPr>
        <p:spPr>
          <a:xfrm>
            <a:off x="4658868" y="365760"/>
            <a:ext cx="1371600" cy="1371600"/>
          </a:xfrm>
          <a:prstGeom prst="ellipse">
            <a:avLst/>
          </a:prstGeom>
          <a:solidFill>
            <a:srgbClr val="18214F"/>
          </a:solidFill>
          <a:ln w="762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908" y="685800"/>
            <a:ext cx="731520" cy="731520"/>
          </a:xfrm>
          <a:prstGeom prst="rect">
            <a:avLst/>
          </a:prstGeom>
        </p:spPr>
      </p:pic>
      <p:sp>
        <p:nvSpPr>
          <p:cNvPr id="7" name="제목"/>
          <p:cNvSpPr/>
          <p:nvPr/>
        </p:nvSpPr>
        <p:spPr>
          <a:xfrm>
            <a:off x="2510028" y="1965960"/>
            <a:ext cx="5669280" cy="1097280"/>
          </a:xfrm>
          <a:prstGeom prst="roundRect">
            <a:avLst>
              <a:gd name="adj" fmla="val 50000"/>
            </a:avLst>
          </a:prstGeom>
          <a:solidFill>
            <a:srgbClr val="1821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5800" dirty="0"/>
          </a:p>
        </p:txBody>
      </p:sp>
      <p:sp>
        <p:nvSpPr>
          <p:cNvPr id="8" name="안내 문구"/>
          <p:cNvSpPr txBox="1"/>
          <p:nvPr/>
        </p:nvSpPr>
        <p:spPr>
          <a:xfrm>
            <a:off x="822960" y="3246120"/>
            <a:ext cx="904341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091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6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E84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6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6400" dirty="0"/>
          </a:p>
        </p:txBody>
      </p:sp>
      <p:sp>
        <p:nvSpPr>
          <p:cNvPr id="9" name="접수처 카드"/>
          <p:cNvSpPr/>
          <p:nvPr/>
        </p:nvSpPr>
        <p:spPr>
          <a:xfrm>
            <a:off x="548640" y="7498080"/>
            <a:ext cx="9592056" cy="7077456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연구영역 제목 상자"/>
          <p:cNvSpPr/>
          <p:nvPr/>
        </p:nvSpPr>
        <p:spPr>
          <a:xfrm>
            <a:off x="914400" y="7863840"/>
            <a:ext cx="4247388" cy="1645920"/>
          </a:xfrm>
          <a:prstGeom prst="roundRect">
            <a:avLst>
              <a:gd name="adj" fmla="val 12222"/>
            </a:avLst>
          </a:prstGeom>
          <a:solidFill>
            <a:srgbClr val="2A3AB8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연구영역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8385048"/>
            <a:ext cx="603504" cy="603504"/>
          </a:xfrm>
          <a:prstGeom prst="rect">
            <a:avLst/>
          </a:prstGeom>
        </p:spPr>
      </p:pic>
      <p:sp>
        <p:nvSpPr>
          <p:cNvPr id="12" name="연구영역 제목"/>
          <p:cNvSpPr txBox="1"/>
          <p:nvPr/>
        </p:nvSpPr>
        <p:spPr>
          <a:xfrm>
            <a:off x="2055114" y="7863840"/>
            <a:ext cx="2980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5400" dirty="0"/>
          </a:p>
        </p:txBody>
      </p:sp>
      <p:sp>
        <p:nvSpPr>
          <p:cNvPr id="13" name="연구영역 화살표 원"/>
          <p:cNvSpPr/>
          <p:nvPr/>
        </p:nvSpPr>
        <p:spPr>
          <a:xfrm>
            <a:off x="2329434" y="9642348"/>
            <a:ext cx="1417320" cy="1417320"/>
          </a:xfrm>
          <a:prstGeom prst="ellipse">
            <a:avLst/>
          </a:prstGeom>
          <a:solidFill>
            <a:srgbClr val="2A3AB8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왼쪽 화살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614" y="9939528"/>
            <a:ext cx="822960" cy="822960"/>
          </a:xfrm>
          <a:prstGeom prst="rect">
            <a:avLst/>
          </a:prstGeom>
        </p:spPr>
      </p:pic>
      <p:sp>
        <p:nvSpPr>
          <p:cNvPr id="15" name="연구영역 접수처"/>
          <p:cNvSpPr/>
          <p:nvPr/>
        </p:nvSpPr>
        <p:spPr>
          <a:xfrm>
            <a:off x="914400" y="11192256"/>
            <a:ext cx="4247388" cy="3017520"/>
          </a:xfrm>
          <a:prstGeom prst="roundRect">
            <a:avLst>
              <a:gd name="adj" fmla="val 6667"/>
            </a:avLst>
          </a:prstGeom>
          <a:solidFill>
            <a:srgbClr val="2A3AB8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위치 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342" y="11484864"/>
            <a:ext cx="603504" cy="603504"/>
          </a:xfrm>
          <a:prstGeom prst="rect">
            <a:avLst/>
          </a:prstGeom>
        </p:spPr>
      </p:pic>
      <p:sp>
        <p:nvSpPr>
          <p:cNvPr id="17" name="연구영역 접수처 문구"/>
          <p:cNvSpPr txBox="1"/>
          <p:nvPr/>
        </p:nvSpPr>
        <p:spPr>
          <a:xfrm>
            <a:off x="1005840" y="12198096"/>
            <a:ext cx="4064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5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5200" dirty="0"/>
          </a:p>
        </p:txBody>
      </p:sp>
      <p:sp>
        <p:nvSpPr>
          <p:cNvPr id="18" name="봉사영역 제목 상자"/>
          <p:cNvSpPr/>
          <p:nvPr/>
        </p:nvSpPr>
        <p:spPr>
          <a:xfrm>
            <a:off x="5527548" y="7863840"/>
            <a:ext cx="4247388" cy="1645920"/>
          </a:xfrm>
          <a:prstGeom prst="roundRect">
            <a:avLst>
              <a:gd name="adj" fmla="val 12222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4" descr="봉사영역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158" y="8385048"/>
            <a:ext cx="603504" cy="603504"/>
          </a:xfrm>
          <a:prstGeom prst="rect">
            <a:avLst/>
          </a:prstGeom>
        </p:spPr>
      </p:pic>
      <p:sp>
        <p:nvSpPr>
          <p:cNvPr id="20" name="봉사영역 제목"/>
          <p:cNvSpPr txBox="1"/>
          <p:nvPr/>
        </p:nvSpPr>
        <p:spPr>
          <a:xfrm>
            <a:off x="6668262" y="7863840"/>
            <a:ext cx="2980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5400" dirty="0"/>
          </a:p>
        </p:txBody>
      </p:sp>
      <p:sp>
        <p:nvSpPr>
          <p:cNvPr id="21" name="봉사영역 화살표 원"/>
          <p:cNvSpPr/>
          <p:nvPr/>
        </p:nvSpPr>
        <p:spPr>
          <a:xfrm>
            <a:off x="6942582" y="9642348"/>
            <a:ext cx="1417320" cy="1417320"/>
          </a:xfrm>
          <a:prstGeom prst="ellipse">
            <a:avLst/>
          </a:prstGeom>
          <a:solidFill>
            <a:srgbClr val="F26522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22" name="Image 5" descr="오른쪽 화살표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762" y="9939528"/>
            <a:ext cx="822960" cy="822960"/>
          </a:xfrm>
          <a:prstGeom prst="rect">
            <a:avLst/>
          </a:prstGeom>
        </p:spPr>
      </p:pic>
      <p:sp>
        <p:nvSpPr>
          <p:cNvPr id="23" name="봉사영역 접수처"/>
          <p:cNvSpPr/>
          <p:nvPr/>
        </p:nvSpPr>
        <p:spPr>
          <a:xfrm>
            <a:off x="5527548" y="11192256"/>
            <a:ext cx="4247388" cy="3017520"/>
          </a:xfrm>
          <a:prstGeom prst="roundRect">
            <a:avLst>
              <a:gd name="adj" fmla="val 6667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24" name="Image 6" descr="위치 아이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490" y="11484864"/>
            <a:ext cx="603504" cy="603504"/>
          </a:xfrm>
          <a:prstGeom prst="rect">
            <a:avLst/>
          </a:prstGeom>
        </p:spPr>
      </p:pic>
      <p:sp>
        <p:nvSpPr>
          <p:cNvPr id="25" name="봉사영역 접수처 문구"/>
          <p:cNvSpPr txBox="1"/>
          <p:nvPr/>
        </p:nvSpPr>
        <p:spPr>
          <a:xfrm>
            <a:off x="5618988" y="12198096"/>
            <a:ext cx="40645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5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(A3 세로)</dc:title>
  <dc:subject>PptxGenJS Presentation</dc:subject>
  <dc:creator>PptxGenJS</dc:creator>
  <cp:lastModifiedBy>PptxGenJS</cp:lastModifiedBy>
  <cp:revision>1</cp:revision>
  <dcterms:created xsi:type="dcterms:W3CDTF">2026-10-30T04:59:22Z</dcterms:created>
  <dcterms:modified xsi:type="dcterms:W3CDTF">2026-10-30T04:59:22Z</dcterms:modified>
</cp:coreProperties>
</file>