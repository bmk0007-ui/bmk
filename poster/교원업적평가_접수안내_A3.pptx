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0689336" cy="15124176"/>
  <p:notesSz cx="15124176" cy="10689336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7B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안내 문구 카드"/>
          <p:cNvSpPr/>
          <p:nvPr/>
        </p:nvSpPr>
        <p:spPr>
          <a:xfrm>
            <a:off x="548640" y="548640"/>
            <a:ext cx="9592056" cy="6400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3" name="안내 문구"/>
          <p:cNvSpPr txBox="1"/>
          <p:nvPr/>
        </p:nvSpPr>
        <p:spPr>
          <a:xfrm>
            <a:off x="822960" y="822960"/>
            <a:ext cx="9043416" cy="5852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64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교원업적평가</a:t>
            </a:r>
            <a:endParaRPr lang="en-US" sz="64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6400" b="1" dirty="0">
                <a:solidFill>
                  <a:srgbClr val="0AA5E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전산프로그램 출력물</a:t>
            </a:r>
            <a:pPr algn="ctr" indent="0" marL="0">
              <a:lnSpc>
                <a:spcPct val="125000"/>
              </a:lnSpc>
              <a:buNone/>
            </a:pPr>
            <a:r>
              <a:rPr lang="en-US" sz="64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</a:t>
            </a:r>
            <a:endParaRPr lang="en-US" sz="64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6400" b="1" dirty="0">
                <a:solidFill>
                  <a:srgbClr val="FF5A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증빙서류 확인</a:t>
            </a:r>
            <a:pPr algn="ctr" indent="0" marL="0">
              <a:lnSpc>
                <a:spcPct val="125000"/>
              </a:lnSpc>
              <a:buNone/>
            </a:pPr>
            <a:r>
              <a:rPr lang="en-US" sz="64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후</a:t>
            </a:r>
            <a:endParaRPr lang="en-US" sz="64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64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접수해 드리겠습니다.</a:t>
            </a:r>
            <a:endParaRPr lang="en-US" sz="6400" dirty="0"/>
          </a:p>
        </p:txBody>
      </p:sp>
      <p:sp>
        <p:nvSpPr>
          <p:cNvPr id="4" name="접수처 카드"/>
          <p:cNvSpPr/>
          <p:nvPr/>
        </p:nvSpPr>
        <p:spPr>
          <a:xfrm>
            <a:off x="548640" y="7406640"/>
            <a:ext cx="9592056" cy="7168896"/>
          </a:xfrm>
          <a:prstGeom prst="roundRect">
            <a:avLst>
              <a:gd name="adj" fmla="val 446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5" name="연구영역 제목"/>
          <p:cNvSpPr/>
          <p:nvPr/>
        </p:nvSpPr>
        <p:spPr>
          <a:xfrm>
            <a:off x="914400" y="7772400"/>
            <a:ext cx="4247388" cy="1737360"/>
          </a:xfrm>
          <a:prstGeom prst="roundRect">
            <a:avLst>
              <a:gd name="adj" fmla="val 13158"/>
            </a:avLst>
          </a:prstGeom>
          <a:solidFill>
            <a:srgbClr val="3446C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연구영역</a:t>
            </a:r>
            <a:endParaRPr lang="en-US" sz="6600" dirty="0"/>
          </a:p>
        </p:txBody>
      </p:sp>
      <p:sp>
        <p:nvSpPr>
          <p:cNvPr id="6" name="연구영역 화살표 원"/>
          <p:cNvSpPr/>
          <p:nvPr/>
        </p:nvSpPr>
        <p:spPr>
          <a:xfrm>
            <a:off x="2352294" y="9848088"/>
            <a:ext cx="1371600" cy="1371600"/>
          </a:xfrm>
          <a:prstGeom prst="ellipse">
            <a:avLst/>
          </a:prstGeom>
          <a:solidFill>
            <a:srgbClr val="3446C6"/>
          </a:solidFill>
          <a:ln w="12700">
            <a:solidFill>
              <a:srgbClr val="3446C6"/>
            </a:solidFill>
            <a:prstDash val="solid"/>
          </a:ln>
        </p:spPr>
      </p:sp>
      <p:sp>
        <p:nvSpPr>
          <p:cNvPr id="7" name="연구영역 화살표"/>
          <p:cNvSpPr/>
          <p:nvPr/>
        </p:nvSpPr>
        <p:spPr>
          <a:xfrm>
            <a:off x="2695194" y="10099548"/>
            <a:ext cx="685800" cy="868680"/>
          </a:xfrm>
          <a:prstGeom prst="downArrow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연구영역 접수처"/>
          <p:cNvSpPr/>
          <p:nvPr/>
        </p:nvSpPr>
        <p:spPr>
          <a:xfrm>
            <a:off x="914400" y="11558016"/>
            <a:ext cx="4247388" cy="2651760"/>
          </a:xfrm>
          <a:prstGeom prst="roundRect">
            <a:avLst>
              <a:gd name="adj" fmla="val 8621"/>
            </a:avLst>
          </a:prstGeom>
          <a:solidFill>
            <a:srgbClr val="3446C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접수 담당자</a:t>
            </a:r>
            <a:endParaRPr lang="en-US" sz="5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이중영, 이어진</a:t>
            </a:r>
            <a:endParaRPr lang="en-US" sz="5000" dirty="0"/>
          </a:p>
        </p:txBody>
      </p:sp>
      <p:sp>
        <p:nvSpPr>
          <p:cNvPr id="9" name="봉사영역 제목"/>
          <p:cNvSpPr/>
          <p:nvPr/>
        </p:nvSpPr>
        <p:spPr>
          <a:xfrm>
            <a:off x="5527548" y="7772400"/>
            <a:ext cx="4247388" cy="1737360"/>
          </a:xfrm>
          <a:prstGeom prst="roundRect">
            <a:avLst>
              <a:gd name="adj" fmla="val 13158"/>
            </a:avLst>
          </a:prstGeom>
          <a:solidFill>
            <a:srgbClr val="FF6A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봉사영역</a:t>
            </a:r>
            <a:endParaRPr lang="en-US" sz="6600" dirty="0"/>
          </a:p>
        </p:txBody>
      </p:sp>
      <p:sp>
        <p:nvSpPr>
          <p:cNvPr id="10" name="봉사영역 화살표 원"/>
          <p:cNvSpPr/>
          <p:nvPr/>
        </p:nvSpPr>
        <p:spPr>
          <a:xfrm>
            <a:off x="6965442" y="9848088"/>
            <a:ext cx="1371600" cy="1371600"/>
          </a:xfrm>
          <a:prstGeom prst="ellipse">
            <a:avLst/>
          </a:prstGeom>
          <a:solidFill>
            <a:srgbClr val="FF6A2B"/>
          </a:solidFill>
          <a:ln w="12700">
            <a:solidFill>
              <a:srgbClr val="FF6A2B"/>
            </a:solidFill>
            <a:prstDash val="solid"/>
          </a:ln>
        </p:spPr>
      </p:sp>
      <p:sp>
        <p:nvSpPr>
          <p:cNvPr id="11" name="봉사영역 화살표"/>
          <p:cNvSpPr/>
          <p:nvPr/>
        </p:nvSpPr>
        <p:spPr>
          <a:xfrm>
            <a:off x="7308342" y="10099548"/>
            <a:ext cx="685800" cy="868680"/>
          </a:xfrm>
          <a:prstGeom prst="downArrow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봉사영역 접수처"/>
          <p:cNvSpPr/>
          <p:nvPr/>
        </p:nvSpPr>
        <p:spPr>
          <a:xfrm>
            <a:off x="5527548" y="11558016"/>
            <a:ext cx="4247388" cy="2651760"/>
          </a:xfrm>
          <a:prstGeom prst="roundRect">
            <a:avLst>
              <a:gd name="adj" fmla="val 8621"/>
            </a:avLst>
          </a:prstGeom>
          <a:solidFill>
            <a:srgbClr val="FF6A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기획처</a:t>
            </a:r>
            <a:endParaRPr lang="en-US" sz="5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본부동 911호</a:t>
            </a:r>
            <a:endParaRPr lang="en-US" sz="5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교원업적평가 접수 안내</dc:title>
  <dc:subject>PptxGenJS Presentation</dc:subject>
  <dc:creator>PptxGenJS</dc:creator>
  <cp:lastModifiedBy>PptxGenJS</cp:lastModifiedBy>
  <cp:revision>1</cp:revision>
  <dcterms:created xsi:type="dcterms:W3CDTF">2026-10-30T04:22:22Z</dcterms:created>
  <dcterms:modified xsi:type="dcterms:W3CDTF">2026-10-30T04:22:22Z</dcterms:modified>
</cp:coreProperties>
</file>