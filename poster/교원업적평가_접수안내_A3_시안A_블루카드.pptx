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89336" cy="15124176"/>
  <p:notesSz cx="15124176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7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식 원 1"/>
          <p:cNvSpPr/>
          <p:nvPr/>
        </p:nvSpPr>
        <p:spPr>
          <a:xfrm>
            <a:off x="6949440" y="-2377440"/>
            <a:ext cx="5943600" cy="59436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장식 원 2"/>
          <p:cNvSpPr/>
          <p:nvPr/>
        </p:nvSpPr>
        <p:spPr>
          <a:xfrm>
            <a:off x="-2743200" y="10972800"/>
            <a:ext cx="5943600" cy="59436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안내 문구 카드"/>
          <p:cNvSpPr/>
          <p:nvPr/>
        </p:nvSpPr>
        <p:spPr>
          <a:xfrm>
            <a:off x="548640" y="1051560"/>
            <a:ext cx="9592056" cy="6035040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sp>
        <p:nvSpPr>
          <p:cNvPr id="5" name="배지 원"/>
          <p:cNvSpPr/>
          <p:nvPr/>
        </p:nvSpPr>
        <p:spPr>
          <a:xfrm>
            <a:off x="4658868" y="365760"/>
            <a:ext cx="1371600" cy="1371600"/>
          </a:xfrm>
          <a:prstGeom prst="ellipse">
            <a:avLst/>
          </a:prstGeom>
          <a:solidFill>
            <a:srgbClr val="0AA5E8"/>
          </a:solidFill>
          <a:ln w="762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0000"/>
              </a:srgbClr>
            </a:outerShdw>
          </a:effectLst>
        </p:spPr>
      </p:sp>
      <p:pic>
        <p:nvPicPr>
          <p:cNvPr id="6" name="Image 0" descr="서류 확인 아이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8908" y="685800"/>
            <a:ext cx="731520" cy="731520"/>
          </a:xfrm>
          <a:prstGeom prst="rect">
            <a:avLst/>
          </a:prstGeom>
        </p:spPr>
      </p:pic>
      <p:sp>
        <p:nvSpPr>
          <p:cNvPr id="7" name="제목"/>
          <p:cNvSpPr/>
          <p:nvPr/>
        </p:nvSpPr>
        <p:spPr>
          <a:xfrm>
            <a:off x="2510028" y="1965960"/>
            <a:ext cx="5669280" cy="1097280"/>
          </a:xfrm>
          <a:prstGeom prst="roundRect">
            <a:avLst>
              <a:gd name="adj" fmla="val 50000"/>
            </a:avLst>
          </a:prstGeom>
          <a:solidFill>
            <a:srgbClr val="1B25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2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교원업적평가</a:t>
            </a:r>
            <a:endParaRPr lang="en-US" sz="5800" dirty="0"/>
          </a:p>
        </p:txBody>
      </p:sp>
      <p:sp>
        <p:nvSpPr>
          <p:cNvPr id="8" name="안내 문구"/>
          <p:cNvSpPr txBox="1"/>
          <p:nvPr/>
        </p:nvSpPr>
        <p:spPr>
          <a:xfrm>
            <a:off x="822960" y="3291840"/>
            <a:ext cx="904341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00" b="1" dirty="0">
                <a:solidFill>
                  <a:srgbClr val="0AA5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전산프로그램 출력물</a:t>
            </a:r>
            <a:pPr algn="ctr" indent="0" marL="0">
              <a:lnSpc>
                <a:spcPct val="120000"/>
              </a:lnSpc>
              <a:buNone/>
            </a:pPr>
            <a:r>
              <a:rPr lang="en-US" sz="6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</a:t>
            </a:r>
            <a:endParaRPr lang="en-US" sz="6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6000" b="1" dirty="0">
                <a:solidFill>
                  <a:srgbClr val="FF5A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증빙서류 확인</a:t>
            </a:r>
            <a:pPr algn="ctr" indent="0" marL="0">
              <a:lnSpc>
                <a:spcPct val="120000"/>
              </a:lnSpc>
              <a:buNone/>
            </a:pPr>
            <a:r>
              <a:rPr lang="en-US" sz="6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후</a:t>
            </a:r>
            <a:endParaRPr lang="en-US" sz="6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6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접수해 드리겠습니다.</a:t>
            </a:r>
            <a:endParaRPr lang="en-US" sz="6000" dirty="0"/>
          </a:p>
        </p:txBody>
      </p:sp>
      <p:sp>
        <p:nvSpPr>
          <p:cNvPr id="9" name="접수처 카드"/>
          <p:cNvSpPr/>
          <p:nvPr/>
        </p:nvSpPr>
        <p:spPr>
          <a:xfrm>
            <a:off x="548640" y="7498080"/>
            <a:ext cx="9592056" cy="7077456"/>
          </a:xfrm>
          <a:prstGeom prst="roundRect">
            <a:avLst>
              <a:gd name="adj" fmla="val 45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sp>
        <p:nvSpPr>
          <p:cNvPr id="10" name="연구영역 제목"/>
          <p:cNvSpPr/>
          <p:nvPr/>
        </p:nvSpPr>
        <p:spPr>
          <a:xfrm>
            <a:off x="914400" y="7863840"/>
            <a:ext cx="4247388" cy="1645920"/>
          </a:xfrm>
          <a:prstGeom prst="roundRect">
            <a:avLst>
              <a:gd name="adj" fmla="val 13889"/>
            </a:avLst>
          </a:prstGeom>
          <a:solidFill>
            <a:srgbClr val="3446C6"/>
          </a:solidFill>
          <a:ln/>
          <a:effectLst>
            <a:outerShdw sx="100000" sy="100000" kx="0" ky="0" algn="bl" rotWithShape="0" blurRad="127000" dist="50800" dir="5400000">
              <a:srgbClr val="000000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연구영역</a:t>
            </a:r>
            <a:endParaRPr lang="en-US" sz="6400" dirty="0"/>
          </a:p>
        </p:txBody>
      </p:sp>
      <p:sp>
        <p:nvSpPr>
          <p:cNvPr id="11" name="연구영역 화살표 원"/>
          <p:cNvSpPr/>
          <p:nvPr/>
        </p:nvSpPr>
        <p:spPr>
          <a:xfrm>
            <a:off x="2329434" y="9642348"/>
            <a:ext cx="1417320" cy="1417320"/>
          </a:xfrm>
          <a:prstGeom prst="ellipse">
            <a:avLst/>
          </a:prstGeom>
          <a:solidFill>
            <a:srgbClr val="3446C6"/>
          </a:solidFill>
          <a:ln w="635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0000"/>
              </a:srgbClr>
            </a:outerShdw>
          </a:effectLst>
        </p:spPr>
      </p:sp>
      <p:pic>
        <p:nvPicPr>
          <p:cNvPr id="12" name="Image 1" descr="왼쪽 화살표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046" y="9966960"/>
            <a:ext cx="768096" cy="768096"/>
          </a:xfrm>
          <a:prstGeom prst="rect">
            <a:avLst/>
          </a:prstGeom>
        </p:spPr>
      </p:pic>
      <p:sp>
        <p:nvSpPr>
          <p:cNvPr id="13" name="연구영역 접수처"/>
          <p:cNvSpPr/>
          <p:nvPr/>
        </p:nvSpPr>
        <p:spPr>
          <a:xfrm>
            <a:off x="914400" y="11192256"/>
            <a:ext cx="4247388" cy="3017520"/>
          </a:xfrm>
          <a:prstGeom prst="roundRect">
            <a:avLst>
              <a:gd name="adj" fmla="val 7576"/>
            </a:avLst>
          </a:prstGeom>
          <a:solidFill>
            <a:srgbClr val="3446C6"/>
          </a:solidFill>
          <a:ln/>
          <a:effectLst>
            <a:outerShdw sx="100000" sy="100000" kx="0" ky="0" algn="bl" rotWithShape="0" blurRad="127000" dist="50800" dir="5400000">
              <a:srgbClr val="000000">
                <a:alpha val="15000"/>
              </a:srgbClr>
            </a:outerShdw>
          </a:effectLst>
        </p:spPr>
      </p:sp>
      <p:pic>
        <p:nvPicPr>
          <p:cNvPr id="14" name="Image 2" descr="위치 아이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0622" y="11512296"/>
            <a:ext cx="694944" cy="694944"/>
          </a:xfrm>
          <a:prstGeom prst="rect">
            <a:avLst/>
          </a:prstGeom>
        </p:spPr>
      </p:pic>
      <p:sp>
        <p:nvSpPr>
          <p:cNvPr id="15" name="연구영역 접수처 문구"/>
          <p:cNvSpPr txBox="1"/>
          <p:nvPr/>
        </p:nvSpPr>
        <p:spPr>
          <a:xfrm>
            <a:off x="1005840" y="12289536"/>
            <a:ext cx="40645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산학협력단</a:t>
            </a:r>
            <a:endParaRPr lang="en-US" sz="4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본부동 916호</a:t>
            </a:r>
            <a:endParaRPr lang="en-US" sz="4800" dirty="0"/>
          </a:p>
        </p:txBody>
      </p:sp>
      <p:sp>
        <p:nvSpPr>
          <p:cNvPr id="16" name="봉사영역 제목"/>
          <p:cNvSpPr/>
          <p:nvPr/>
        </p:nvSpPr>
        <p:spPr>
          <a:xfrm>
            <a:off x="5527548" y="7863840"/>
            <a:ext cx="4247388" cy="1645920"/>
          </a:xfrm>
          <a:prstGeom prst="roundRect">
            <a:avLst>
              <a:gd name="adj" fmla="val 13889"/>
            </a:avLst>
          </a:prstGeom>
          <a:solidFill>
            <a:srgbClr val="FF6A2B"/>
          </a:solidFill>
          <a:ln/>
          <a:effectLst>
            <a:outerShdw sx="100000" sy="100000" kx="0" ky="0" algn="bl" rotWithShape="0" blurRad="127000" dist="50800" dir="5400000">
              <a:srgbClr val="000000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봉사영역</a:t>
            </a:r>
            <a:endParaRPr lang="en-US" sz="6400" dirty="0"/>
          </a:p>
        </p:txBody>
      </p:sp>
      <p:sp>
        <p:nvSpPr>
          <p:cNvPr id="17" name="봉사영역 화살표 원"/>
          <p:cNvSpPr/>
          <p:nvPr/>
        </p:nvSpPr>
        <p:spPr>
          <a:xfrm>
            <a:off x="6942582" y="9642348"/>
            <a:ext cx="1417320" cy="1417320"/>
          </a:xfrm>
          <a:prstGeom prst="ellipse">
            <a:avLst/>
          </a:prstGeom>
          <a:solidFill>
            <a:srgbClr val="FF6A2B"/>
          </a:solidFill>
          <a:ln w="635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0000"/>
              </a:srgbClr>
            </a:outerShdw>
          </a:effectLst>
        </p:spPr>
      </p:sp>
      <p:pic>
        <p:nvPicPr>
          <p:cNvPr id="18" name="Image 3" descr="오른쪽 화살표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194" y="9966960"/>
            <a:ext cx="768096" cy="768096"/>
          </a:xfrm>
          <a:prstGeom prst="rect">
            <a:avLst/>
          </a:prstGeom>
        </p:spPr>
      </p:pic>
      <p:sp>
        <p:nvSpPr>
          <p:cNvPr id="19" name="봉사영역 접수처"/>
          <p:cNvSpPr/>
          <p:nvPr/>
        </p:nvSpPr>
        <p:spPr>
          <a:xfrm>
            <a:off x="5527548" y="11192256"/>
            <a:ext cx="4247388" cy="3017520"/>
          </a:xfrm>
          <a:prstGeom prst="roundRect">
            <a:avLst>
              <a:gd name="adj" fmla="val 7576"/>
            </a:avLst>
          </a:prstGeom>
          <a:solidFill>
            <a:srgbClr val="FF6A2B"/>
          </a:solidFill>
          <a:ln/>
          <a:effectLst>
            <a:outerShdw sx="100000" sy="100000" kx="0" ky="0" algn="bl" rotWithShape="0" blurRad="127000" dist="50800" dir="5400000">
              <a:srgbClr val="000000">
                <a:alpha val="15000"/>
              </a:srgbClr>
            </a:outerShdw>
          </a:effectLst>
        </p:spPr>
      </p:sp>
      <p:pic>
        <p:nvPicPr>
          <p:cNvPr id="20" name="Image 4" descr="위치 아이콘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3770" y="11512296"/>
            <a:ext cx="694944" cy="694944"/>
          </a:xfrm>
          <a:prstGeom prst="rect">
            <a:avLst/>
          </a:prstGeom>
        </p:spPr>
      </p:pic>
      <p:sp>
        <p:nvSpPr>
          <p:cNvPr id="21" name="봉사영역 접수처 문구"/>
          <p:cNvSpPr txBox="1"/>
          <p:nvPr/>
        </p:nvSpPr>
        <p:spPr>
          <a:xfrm>
            <a:off x="5618988" y="12289536"/>
            <a:ext cx="40645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기획처</a:t>
            </a:r>
            <a:endParaRPr lang="en-US" sz="4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본부동 911호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교원업적평가 접수 안내 - 시안 A</dc:title>
  <dc:subject>PptxGenJS Presentation</dc:subject>
  <dc:creator>PptxGenJS</dc:creator>
  <cp:lastModifiedBy>PptxGenJS</cp:lastModifiedBy>
  <cp:revision>1</cp:revision>
  <dcterms:created xsi:type="dcterms:W3CDTF">2026-10-30T04:43:26Z</dcterms:created>
  <dcterms:modified xsi:type="dcterms:W3CDTF">2026-10-30T04:43:26Z</dcterms:modified>
</cp:coreProperties>
</file>