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테두리"/>
          <p:cNvSpPr/>
          <p:nvPr/>
        </p:nvSpPr>
        <p:spPr>
          <a:xfrm>
            <a:off x="411480" y="411480"/>
            <a:ext cx="6739128" cy="9866376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76200">
            <a:solidFill>
              <a:srgbClr val="FF6A2B"/>
            </a:solidFill>
            <a:prstDash val="solid"/>
          </a:ln>
        </p:spPr>
      </p:sp>
      <p:sp>
        <p:nvSpPr>
          <p:cNvPr id="3" name="봉사 아이콘 원"/>
          <p:cNvSpPr/>
          <p:nvPr/>
        </p:nvSpPr>
        <p:spPr>
          <a:xfrm>
            <a:off x="3140964" y="914400"/>
            <a:ext cx="1280160" cy="1280160"/>
          </a:xfrm>
          <a:prstGeom prst="ellipse">
            <a:avLst/>
          </a:prstGeom>
          <a:solidFill>
            <a:srgbClr val="FF6A2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봉사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5284" y="1188720"/>
            <a:ext cx="731520" cy="731520"/>
          </a:xfrm>
          <a:prstGeom prst="rect">
            <a:avLst/>
          </a:prstGeom>
        </p:spPr>
      </p:pic>
      <p:sp>
        <p:nvSpPr>
          <p:cNvPr id="5" name="제목"/>
          <p:cNvSpPr txBox="1"/>
          <p:nvPr/>
        </p:nvSpPr>
        <p:spPr>
          <a:xfrm>
            <a:off x="411480" y="237744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rgbClr val="1B25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3000" dirty="0"/>
          </a:p>
        </p:txBody>
      </p:sp>
      <p:sp>
        <p:nvSpPr>
          <p:cNvPr id="6" name="봉사영역"/>
          <p:cNvSpPr txBox="1"/>
          <p:nvPr/>
        </p:nvSpPr>
        <p:spPr>
          <a:xfrm>
            <a:off x="411480" y="2926080"/>
            <a:ext cx="6739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7200" dirty="0"/>
          </a:p>
        </p:txBody>
      </p:sp>
      <p:sp>
        <p:nvSpPr>
          <p:cNvPr id="7" name="안내 문구"/>
          <p:cNvSpPr txBox="1"/>
          <p:nvPr/>
        </p:nvSpPr>
        <p:spPr>
          <a:xfrm>
            <a:off x="685800" y="4434840"/>
            <a:ext cx="6190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3600" dirty="0"/>
          </a:p>
        </p:txBody>
      </p:sp>
      <p:sp>
        <p:nvSpPr>
          <p:cNvPr id="8" name="접수처 상자"/>
          <p:cNvSpPr/>
          <p:nvPr/>
        </p:nvSpPr>
        <p:spPr>
          <a:xfrm>
            <a:off x="868680" y="7589520"/>
            <a:ext cx="5824728" cy="2148840"/>
          </a:xfrm>
          <a:prstGeom prst="roundRect">
            <a:avLst>
              <a:gd name="adj" fmla="val 10638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pic>
        <p:nvPicPr>
          <p:cNvPr id="9" name="Image 1" descr="위치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8298180"/>
            <a:ext cx="731520" cy="731520"/>
          </a:xfrm>
          <a:prstGeom prst="rect">
            <a:avLst/>
          </a:prstGeom>
        </p:spPr>
      </p:pic>
      <p:sp>
        <p:nvSpPr>
          <p:cNvPr id="10" name="접수처"/>
          <p:cNvSpPr txBox="1"/>
          <p:nvPr/>
        </p:nvSpPr>
        <p:spPr>
          <a:xfrm>
            <a:off x="2331720" y="7589520"/>
            <a:ext cx="39959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D5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911호 봉사영역 접수 안내 - 시안 3</dc:title>
  <dc:subject>PptxGenJS Presentation</dc:subject>
  <dc:creator>PptxGenJS</dc:creator>
  <cp:lastModifiedBy>PptxGenJS</cp:lastModifiedBy>
  <cp:revision>1</cp:revision>
  <dcterms:created xsi:type="dcterms:W3CDTF">2026-10-30T04:53:02Z</dcterms:created>
  <dcterms:modified xsi:type="dcterms:W3CDTF">2026-10-30T04:53:02Z</dcterms:modified>
</cp:coreProperties>
</file>