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15124176"/>
  <p:notesSz cx="15124176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식 원"/>
          <p:cNvSpPr/>
          <p:nvPr/>
        </p:nvSpPr>
        <p:spPr>
          <a:xfrm>
            <a:off x="-2011680" y="-2194560"/>
            <a:ext cx="5029200" cy="5029200"/>
          </a:xfrm>
          <a:prstGeom prst="ellipse">
            <a:avLst/>
          </a:prstGeom>
          <a:solidFill>
            <a:srgbClr val="EAF2FD"/>
          </a:solidFill>
          <a:ln/>
        </p:spPr>
      </p:sp>
      <p:sp>
        <p:nvSpPr>
          <p:cNvPr id="3" name="장식 원 2"/>
          <p:cNvSpPr/>
          <p:nvPr/>
        </p:nvSpPr>
        <p:spPr>
          <a:xfrm>
            <a:off x="8595360" y="4754880"/>
            <a:ext cx="3291840" cy="3291840"/>
          </a:xfrm>
          <a:prstGeom prst="ellipse">
            <a:avLst/>
          </a:prstGeom>
          <a:solidFill>
            <a:srgbClr val="FFF0EA"/>
          </a:solidFill>
          <a:ln/>
        </p:spPr>
      </p:sp>
      <p:sp>
        <p:nvSpPr>
          <p:cNvPr id="4" name="아이콘 원"/>
          <p:cNvSpPr/>
          <p:nvPr/>
        </p:nvSpPr>
        <p:spPr>
          <a:xfrm>
            <a:off x="4727448" y="640080"/>
            <a:ext cx="1234440" cy="1234440"/>
          </a:xfrm>
          <a:prstGeom prst="ellipse">
            <a:avLst/>
          </a:prstGeom>
          <a:solidFill>
            <a:srgbClr val="1E7BE0"/>
          </a:solidFill>
          <a:ln/>
        </p:spPr>
      </p:sp>
      <p:pic>
        <p:nvPicPr>
          <p:cNvPr id="5" name="Image 0" descr="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484" y="891540"/>
            <a:ext cx="658368" cy="731520"/>
          </a:xfrm>
          <a:prstGeom prst="rect">
            <a:avLst/>
          </a:prstGeom>
        </p:spPr>
      </p:pic>
      <p:sp>
        <p:nvSpPr>
          <p:cNvPr id="6" name="제목"/>
          <p:cNvSpPr/>
          <p:nvPr/>
        </p:nvSpPr>
        <p:spPr>
          <a:xfrm>
            <a:off x="2601468" y="2148840"/>
            <a:ext cx="5486400" cy="1051560"/>
          </a:xfrm>
          <a:prstGeom prst="roundRect">
            <a:avLst>
              <a:gd name="adj" fmla="val 50000"/>
            </a:avLst>
          </a:prstGeom>
          <a:solidFill>
            <a:srgbClr val="1B255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5600" dirty="0"/>
          </a:p>
        </p:txBody>
      </p:sp>
      <p:sp>
        <p:nvSpPr>
          <p:cNvPr id="7" name="안내 문구"/>
          <p:cNvSpPr txBox="1"/>
          <p:nvPr/>
        </p:nvSpPr>
        <p:spPr>
          <a:xfrm>
            <a:off x="548640" y="3429000"/>
            <a:ext cx="959205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200" b="1" dirty="0">
                <a:solidFill>
                  <a:srgbClr val="1E7B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20000"/>
              </a:lnSpc>
              <a:buNone/>
            </a:pPr>
            <a:r>
              <a:rPr lang="en-US" sz="6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6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200" b="1" dirty="0">
                <a:solidFill>
                  <a:srgbClr val="FF5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20000"/>
              </a:lnSpc>
              <a:buNone/>
            </a:pPr>
            <a:r>
              <a:rPr lang="en-US" sz="6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6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6200" dirty="0"/>
          </a:p>
        </p:txBody>
      </p:sp>
      <p:sp>
        <p:nvSpPr>
          <p:cNvPr id="8" name="연구영역 색면"/>
          <p:cNvSpPr/>
          <p:nvPr/>
        </p:nvSpPr>
        <p:spPr>
          <a:xfrm>
            <a:off x="0" y="7680960"/>
            <a:ext cx="5344668" cy="7443216"/>
          </a:xfrm>
          <a:prstGeom prst="rect">
            <a:avLst/>
          </a:prstGeom>
          <a:solidFill>
            <a:srgbClr val="3446C6"/>
          </a:solidFill>
          <a:ln/>
        </p:spPr>
      </p:sp>
      <p:pic>
        <p:nvPicPr>
          <p:cNvPr id="9" name="Image 1" descr="왼쪽 화살표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8275320"/>
            <a:ext cx="1737360" cy="1463040"/>
          </a:xfrm>
          <a:prstGeom prst="rect">
            <a:avLst/>
          </a:prstGeom>
        </p:spPr>
      </p:pic>
      <p:sp>
        <p:nvSpPr>
          <p:cNvPr id="10" name="연구영역 제목"/>
          <p:cNvSpPr txBox="1"/>
          <p:nvPr/>
        </p:nvSpPr>
        <p:spPr>
          <a:xfrm>
            <a:off x="548640" y="10012680"/>
            <a:ext cx="42473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6600" dirty="0"/>
          </a:p>
        </p:txBody>
      </p:sp>
      <p:sp>
        <p:nvSpPr>
          <p:cNvPr id="11" name="연구영역 접수처 카드"/>
          <p:cNvSpPr/>
          <p:nvPr/>
        </p:nvSpPr>
        <p:spPr>
          <a:xfrm>
            <a:off x="548640" y="11658600"/>
            <a:ext cx="4247388" cy="2779776"/>
          </a:xfrm>
          <a:prstGeom prst="roundRect">
            <a:avLst>
              <a:gd name="adj" fmla="val 8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위치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024360"/>
            <a:ext cx="640080" cy="640080"/>
          </a:xfrm>
          <a:prstGeom prst="rect">
            <a:avLst/>
          </a:prstGeom>
        </p:spPr>
      </p:pic>
      <p:sp>
        <p:nvSpPr>
          <p:cNvPr id="13" name="연구영역 접수처"/>
          <p:cNvSpPr txBox="1"/>
          <p:nvPr/>
        </p:nvSpPr>
        <p:spPr>
          <a:xfrm>
            <a:off x="914400" y="12755880"/>
            <a:ext cx="35158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3446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산학협력단</a:t>
            </a:r>
            <a:endParaRPr lang="en-US" sz="4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916호</a:t>
            </a:r>
            <a:endParaRPr lang="en-US" sz="4400" dirty="0"/>
          </a:p>
        </p:txBody>
      </p:sp>
      <p:sp>
        <p:nvSpPr>
          <p:cNvPr id="14" name="봉사영역 색면"/>
          <p:cNvSpPr/>
          <p:nvPr/>
        </p:nvSpPr>
        <p:spPr>
          <a:xfrm>
            <a:off x="5344668" y="7680960"/>
            <a:ext cx="5344668" cy="7443216"/>
          </a:xfrm>
          <a:prstGeom prst="rect">
            <a:avLst/>
          </a:prstGeom>
          <a:solidFill>
            <a:srgbClr val="FF6A2B"/>
          </a:solidFill>
          <a:ln/>
        </p:spPr>
      </p:sp>
      <p:pic>
        <p:nvPicPr>
          <p:cNvPr id="15" name="Image 3" descr="오른쪽 화살표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03336" y="8275320"/>
            <a:ext cx="1737360" cy="1463040"/>
          </a:xfrm>
          <a:prstGeom prst="rect">
            <a:avLst/>
          </a:prstGeom>
        </p:spPr>
      </p:pic>
      <p:sp>
        <p:nvSpPr>
          <p:cNvPr id="16" name="봉사영역 제목"/>
          <p:cNvSpPr txBox="1"/>
          <p:nvPr/>
        </p:nvSpPr>
        <p:spPr>
          <a:xfrm>
            <a:off x="5893308" y="10012680"/>
            <a:ext cx="42473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6600" dirty="0"/>
          </a:p>
        </p:txBody>
      </p:sp>
      <p:sp>
        <p:nvSpPr>
          <p:cNvPr id="17" name="봉사영역 접수처 카드"/>
          <p:cNvSpPr/>
          <p:nvPr/>
        </p:nvSpPr>
        <p:spPr>
          <a:xfrm>
            <a:off x="5893308" y="11658600"/>
            <a:ext cx="4247388" cy="2779776"/>
          </a:xfrm>
          <a:prstGeom prst="roundRect">
            <a:avLst>
              <a:gd name="adj" fmla="val 8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sp>
      <p:pic>
        <p:nvPicPr>
          <p:cNvPr id="18" name="Image 4" descr="위치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856" y="12024360"/>
            <a:ext cx="640080" cy="640080"/>
          </a:xfrm>
          <a:prstGeom prst="rect">
            <a:avLst/>
          </a:prstGeom>
        </p:spPr>
      </p:pic>
      <p:sp>
        <p:nvSpPr>
          <p:cNvPr id="19" name="봉사영역 접수처"/>
          <p:cNvSpPr txBox="1"/>
          <p:nvPr/>
        </p:nvSpPr>
        <p:spPr>
          <a:xfrm>
            <a:off x="6259068" y="12755880"/>
            <a:ext cx="35158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6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44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 - 시안 B</dc:title>
  <dc:subject>PptxGenJS Presentation</dc:subject>
  <dc:creator>PptxGenJS</dc:creator>
  <cp:lastModifiedBy>PptxGenJS</cp:lastModifiedBy>
  <cp:revision>1</cp:revision>
  <dcterms:created xsi:type="dcterms:W3CDTF">2026-10-30T04:43:26Z</dcterms:created>
  <dcterms:modified xsi:type="dcterms:W3CDTF">2026-10-30T04:43:26Z</dcterms:modified>
</cp:coreProperties>
</file>