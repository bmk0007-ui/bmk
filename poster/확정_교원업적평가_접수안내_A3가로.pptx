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7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식 원 1"/>
          <p:cNvSpPr/>
          <p:nvPr/>
        </p:nvSpPr>
        <p:spPr>
          <a:xfrm>
            <a:off x="11521440" y="-256032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장식 원 2"/>
          <p:cNvSpPr/>
          <p:nvPr/>
        </p:nvSpPr>
        <p:spPr>
          <a:xfrm>
            <a:off x="-2377440" y="694944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안내 문구 카드"/>
          <p:cNvSpPr/>
          <p:nvPr/>
        </p:nvSpPr>
        <p:spPr>
          <a:xfrm>
            <a:off x="457200" y="868680"/>
            <a:ext cx="14209776" cy="461772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5" name="배지 원"/>
          <p:cNvSpPr/>
          <p:nvPr/>
        </p:nvSpPr>
        <p:spPr>
          <a:xfrm>
            <a:off x="7059168" y="365760"/>
            <a:ext cx="1005840" cy="1005840"/>
          </a:xfrm>
          <a:prstGeom prst="ellipse">
            <a:avLst/>
          </a:prstGeom>
          <a:solidFill>
            <a:srgbClr val="18214F"/>
          </a:solidFill>
          <a:ln w="635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6" name="Image 0" descr="서류 확인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7768" y="594360"/>
            <a:ext cx="548640" cy="548640"/>
          </a:xfrm>
          <a:prstGeom prst="rect">
            <a:avLst/>
          </a:prstGeom>
        </p:spPr>
      </p:pic>
      <p:sp>
        <p:nvSpPr>
          <p:cNvPr id="7" name="제목"/>
          <p:cNvSpPr/>
          <p:nvPr/>
        </p:nvSpPr>
        <p:spPr>
          <a:xfrm>
            <a:off x="5093208" y="1600200"/>
            <a:ext cx="4937760" cy="960120"/>
          </a:xfrm>
          <a:prstGeom prst="roundRect">
            <a:avLst>
              <a:gd name="adj" fmla="val 50000"/>
            </a:avLst>
          </a:prstGeom>
          <a:solidFill>
            <a:srgbClr val="1821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5000" dirty="0"/>
          </a:p>
        </p:txBody>
      </p:sp>
      <p:sp>
        <p:nvSpPr>
          <p:cNvPr id="8" name="안내 문구"/>
          <p:cNvSpPr txBox="1"/>
          <p:nvPr/>
        </p:nvSpPr>
        <p:spPr>
          <a:xfrm>
            <a:off x="731520" y="2697480"/>
            <a:ext cx="1366113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5400" b="1" dirty="0">
                <a:solidFill>
                  <a:srgbClr val="009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25000"/>
              </a:lnSpc>
              <a:buNone/>
            </a:pPr>
            <a:r>
              <a:rPr lang="en-US" sz="5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</a:t>
            </a:r>
            <a:pPr algn="ctr" indent="0" marL="0">
              <a:lnSpc>
                <a:spcPct val="125000"/>
              </a:lnSpc>
              <a:buNone/>
            </a:pPr>
            <a:r>
              <a:rPr lang="en-US" sz="5400" b="1" dirty="0">
                <a:solidFill>
                  <a:srgbClr val="E84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25000"/>
              </a:lnSpc>
              <a:buNone/>
            </a:pPr>
            <a:r>
              <a:rPr lang="en-US" sz="5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5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5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5400" dirty="0"/>
          </a:p>
        </p:txBody>
      </p:sp>
      <p:sp>
        <p:nvSpPr>
          <p:cNvPr id="9" name="접수처 카드"/>
          <p:cNvSpPr/>
          <p:nvPr/>
        </p:nvSpPr>
        <p:spPr>
          <a:xfrm>
            <a:off x="457200" y="5852160"/>
            <a:ext cx="14209776" cy="4379976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0" name="연구영역 제목 상자"/>
          <p:cNvSpPr/>
          <p:nvPr/>
        </p:nvSpPr>
        <p:spPr>
          <a:xfrm>
            <a:off x="777240" y="6172200"/>
            <a:ext cx="6624828" cy="1371600"/>
          </a:xfrm>
          <a:prstGeom prst="roundRect">
            <a:avLst>
              <a:gd name="adj" fmla="val 14667"/>
            </a:avLst>
          </a:prstGeom>
          <a:solidFill>
            <a:srgbClr val="2A3AB8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연구영역 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874" y="6547104"/>
            <a:ext cx="621792" cy="621792"/>
          </a:xfrm>
          <a:prstGeom prst="rect">
            <a:avLst/>
          </a:prstGeom>
        </p:spPr>
      </p:pic>
      <p:sp>
        <p:nvSpPr>
          <p:cNvPr id="12" name="연구영역 제목"/>
          <p:cNvSpPr txBox="1"/>
          <p:nvPr/>
        </p:nvSpPr>
        <p:spPr>
          <a:xfrm>
            <a:off x="3652266" y="6172200"/>
            <a:ext cx="3188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연구영역</a:t>
            </a:r>
            <a:endParaRPr lang="en-US" sz="5800" dirty="0"/>
          </a:p>
        </p:txBody>
      </p:sp>
      <p:sp>
        <p:nvSpPr>
          <p:cNvPr id="13" name="연구영역 화살표 원"/>
          <p:cNvSpPr/>
          <p:nvPr/>
        </p:nvSpPr>
        <p:spPr>
          <a:xfrm>
            <a:off x="978408" y="63550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왼쪽 화살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6547104"/>
            <a:ext cx="621792" cy="621792"/>
          </a:xfrm>
          <a:prstGeom prst="rect">
            <a:avLst/>
          </a:prstGeom>
        </p:spPr>
      </p:pic>
      <p:sp>
        <p:nvSpPr>
          <p:cNvPr id="15" name="연구영역 접수처"/>
          <p:cNvSpPr/>
          <p:nvPr/>
        </p:nvSpPr>
        <p:spPr>
          <a:xfrm>
            <a:off x="777240" y="7772400"/>
            <a:ext cx="6624828" cy="2139696"/>
          </a:xfrm>
          <a:prstGeom prst="roundRect">
            <a:avLst>
              <a:gd name="adj" fmla="val 9402"/>
            </a:avLst>
          </a:prstGeom>
          <a:solidFill>
            <a:srgbClr val="EBEEFC"/>
          </a:solidFill>
          <a:ln w="38100">
            <a:solidFill>
              <a:srgbClr val="2A3AB8"/>
            </a:solidFill>
            <a:prstDash val="solid"/>
          </a:ln>
        </p:spPr>
      </p:sp>
      <p:pic>
        <p:nvPicPr>
          <p:cNvPr id="16" name="Image 3" descr="위치 아이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494" y="8476488"/>
            <a:ext cx="731520" cy="731520"/>
          </a:xfrm>
          <a:prstGeom prst="rect">
            <a:avLst/>
          </a:prstGeom>
        </p:spPr>
      </p:pic>
      <p:sp>
        <p:nvSpPr>
          <p:cNvPr id="17" name="연구영역 접수처 문구"/>
          <p:cNvSpPr txBox="1"/>
          <p:nvPr/>
        </p:nvSpPr>
        <p:spPr>
          <a:xfrm>
            <a:off x="2672334" y="7772400"/>
            <a:ext cx="38404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2A3A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산학협력단</a:t>
            </a:r>
            <a:endParaRPr lang="en-US" sz="4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916호</a:t>
            </a:r>
            <a:endParaRPr lang="en-US" sz="4800" dirty="0"/>
          </a:p>
        </p:txBody>
      </p:sp>
      <p:sp>
        <p:nvSpPr>
          <p:cNvPr id="18" name="봉사영역 제목 상자"/>
          <p:cNvSpPr/>
          <p:nvPr/>
        </p:nvSpPr>
        <p:spPr>
          <a:xfrm>
            <a:off x="7722108" y="6172200"/>
            <a:ext cx="6624828" cy="1371600"/>
          </a:xfrm>
          <a:prstGeom prst="roundRect">
            <a:avLst>
              <a:gd name="adj" fmla="val 14667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pic>
        <p:nvPicPr>
          <p:cNvPr id="19" name="Image 4" descr="봉사영역 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582" y="6547104"/>
            <a:ext cx="621792" cy="621792"/>
          </a:xfrm>
          <a:prstGeom prst="rect">
            <a:avLst/>
          </a:prstGeom>
        </p:spPr>
      </p:pic>
      <p:sp>
        <p:nvSpPr>
          <p:cNvPr id="20" name="봉사영역 제목"/>
          <p:cNvSpPr txBox="1"/>
          <p:nvPr/>
        </p:nvSpPr>
        <p:spPr>
          <a:xfrm>
            <a:off x="9316974" y="6172200"/>
            <a:ext cx="3188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5800" dirty="0"/>
          </a:p>
        </p:txBody>
      </p:sp>
      <p:sp>
        <p:nvSpPr>
          <p:cNvPr id="21" name="봉사영역 화살표 원"/>
          <p:cNvSpPr/>
          <p:nvPr/>
        </p:nvSpPr>
        <p:spPr>
          <a:xfrm>
            <a:off x="13139928" y="63550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오른쪽 화살표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1952" y="6547104"/>
            <a:ext cx="621792" cy="621792"/>
          </a:xfrm>
          <a:prstGeom prst="rect">
            <a:avLst/>
          </a:prstGeom>
        </p:spPr>
      </p:pic>
      <p:sp>
        <p:nvSpPr>
          <p:cNvPr id="23" name="봉사영역 접수처"/>
          <p:cNvSpPr/>
          <p:nvPr/>
        </p:nvSpPr>
        <p:spPr>
          <a:xfrm>
            <a:off x="7722108" y="7772400"/>
            <a:ext cx="6624828" cy="2139696"/>
          </a:xfrm>
          <a:prstGeom prst="roundRect">
            <a:avLst>
              <a:gd name="adj" fmla="val 9402"/>
            </a:avLst>
          </a:prstGeom>
          <a:solidFill>
            <a:srgbClr val="FEF0E8"/>
          </a:solidFill>
          <a:ln w="38100">
            <a:solidFill>
              <a:srgbClr val="F26522"/>
            </a:solidFill>
            <a:prstDash val="solid"/>
          </a:ln>
        </p:spPr>
      </p:sp>
      <p:pic>
        <p:nvPicPr>
          <p:cNvPr id="24" name="Image 6" descr="위치 아이콘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1362" y="8476488"/>
            <a:ext cx="731520" cy="731520"/>
          </a:xfrm>
          <a:prstGeom prst="rect">
            <a:avLst/>
          </a:prstGeom>
        </p:spPr>
      </p:pic>
      <p:sp>
        <p:nvSpPr>
          <p:cNvPr id="25" name="봉사영역 접수처 문구"/>
          <p:cNvSpPr txBox="1"/>
          <p:nvPr/>
        </p:nvSpPr>
        <p:spPr>
          <a:xfrm>
            <a:off x="9617202" y="7772400"/>
            <a:ext cx="38404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D24E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4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교원업적평가 접수 안내 (A3 가로)</dc:title>
  <dc:subject>PptxGenJS Presentation</dc:subject>
  <dc:creator>PptxGenJS</dc:creator>
  <cp:lastModifiedBy>PptxGenJS</cp:lastModifiedBy>
  <cp:revision>1</cp:revision>
  <dcterms:created xsi:type="dcterms:W3CDTF">2026-10-30T04:59:22Z</dcterms:created>
  <dcterms:modified xsi:type="dcterms:W3CDTF">2026-10-30T04:59:22Z</dcterms:modified>
</cp:coreProperties>
</file>