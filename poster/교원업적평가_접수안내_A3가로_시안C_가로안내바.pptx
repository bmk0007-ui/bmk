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124176" cy="10689336"/>
  <p:notesSz cx="10689336" cy="1512417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안내 문구 카드"/>
          <p:cNvSpPr/>
          <p:nvPr/>
        </p:nvSpPr>
        <p:spPr>
          <a:xfrm>
            <a:off x="457200" y="457200"/>
            <a:ext cx="7955280" cy="9774936"/>
          </a:xfrm>
          <a:prstGeom prst="roundRect">
            <a:avLst>
              <a:gd name="adj" fmla="val 4598"/>
            </a:avLst>
          </a:prstGeom>
          <a:solidFill>
            <a:srgbClr val="1B2559"/>
          </a:solidFill>
          <a:ln/>
          <a:effectLst>
            <a:outerShdw sx="100000" sy="100000" kx="0" ky="0" algn="bl" rotWithShape="0" blurRad="127000" dist="50800" dir="5400000">
              <a:srgbClr val="000000">
                <a:alpha val="25000"/>
              </a:srgbClr>
            </a:outerShdw>
          </a:effectLst>
        </p:spPr>
      </p:sp>
      <p:sp>
        <p:nvSpPr>
          <p:cNvPr id="3" name="장식 원 1"/>
          <p:cNvSpPr/>
          <p:nvPr/>
        </p:nvSpPr>
        <p:spPr>
          <a:xfrm>
            <a:off x="5120640" y="731520"/>
            <a:ext cx="2926080" cy="292608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" name="장식 원 2"/>
          <p:cNvSpPr/>
          <p:nvPr/>
        </p:nvSpPr>
        <p:spPr>
          <a:xfrm>
            <a:off x="731520" y="7671816"/>
            <a:ext cx="2286000" cy="2286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pic>
        <p:nvPicPr>
          <p:cNvPr id="5" name="Image 0" descr="서류 확인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0792" y="1371600"/>
            <a:ext cx="768096" cy="768096"/>
          </a:xfrm>
          <a:prstGeom prst="rect">
            <a:avLst/>
          </a:prstGeom>
        </p:spPr>
      </p:pic>
      <p:sp>
        <p:nvSpPr>
          <p:cNvPr id="6" name="제목"/>
          <p:cNvSpPr txBox="1"/>
          <p:nvPr/>
        </p:nvSpPr>
        <p:spPr>
          <a:xfrm>
            <a:off x="731520" y="228600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200" kern="0" dirty="0">
                <a:solidFill>
                  <a:srgbClr val="FFD5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교원업적평가</a:t>
            </a:r>
            <a:endParaRPr lang="en-US" sz="5800" dirty="0"/>
          </a:p>
        </p:txBody>
      </p:sp>
      <p:sp>
        <p:nvSpPr>
          <p:cNvPr id="7" name="안내 문구"/>
          <p:cNvSpPr txBox="1"/>
          <p:nvPr/>
        </p:nvSpPr>
        <p:spPr>
          <a:xfrm>
            <a:off x="822960" y="3657600"/>
            <a:ext cx="7223760" cy="5843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800" b="1" dirty="0">
                <a:solidFill>
                  <a:srgbClr val="5C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전산프로그램 출력물</a:t>
            </a:r>
            <a:pPr algn="ctr" indent="0" marL="0">
              <a:lnSpc>
                <a:spcPct val="14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</a:t>
            </a:r>
            <a:endParaRPr lang="en-US" sz="4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4800" b="1" dirty="0">
                <a:solidFill>
                  <a:srgbClr val="FF8A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증빙서류 확인</a:t>
            </a:r>
            <a:pPr algn="ctr" indent="0" marL="0">
              <a:lnSpc>
                <a:spcPct val="14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</a:t>
            </a:r>
            <a:endParaRPr lang="en-US" sz="4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접수해 드리겠습니다.</a:t>
            </a:r>
            <a:endParaRPr lang="en-US" sz="4800" dirty="0"/>
          </a:p>
        </p:txBody>
      </p:sp>
      <p:sp>
        <p:nvSpPr>
          <p:cNvPr id="8" name="연구영역 안내 카드"/>
          <p:cNvSpPr/>
          <p:nvPr/>
        </p:nvSpPr>
        <p:spPr>
          <a:xfrm>
            <a:off x="8778240" y="457200"/>
            <a:ext cx="5888736" cy="4704588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50800">
            <a:solidFill>
              <a:srgbClr val="3446C6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2000"/>
              </a:srgbClr>
            </a:outerShdw>
          </a:effectLst>
        </p:spPr>
      </p:sp>
      <p:sp>
        <p:nvSpPr>
          <p:cNvPr id="9" name="연구영역 화살표 원"/>
          <p:cNvSpPr/>
          <p:nvPr/>
        </p:nvSpPr>
        <p:spPr>
          <a:xfrm>
            <a:off x="9144000" y="914400"/>
            <a:ext cx="1371600" cy="1371600"/>
          </a:xfrm>
          <a:prstGeom prst="ellipse">
            <a:avLst/>
          </a:prstGeom>
          <a:solidFill>
            <a:srgbClr val="3446C6"/>
          </a:solidFill>
          <a:ln/>
        </p:spPr>
      </p:sp>
      <p:pic>
        <p:nvPicPr>
          <p:cNvPr id="10" name="Image 1" descr="왼쪽 화살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1216152"/>
            <a:ext cx="768096" cy="768096"/>
          </a:xfrm>
          <a:prstGeom prst="rect">
            <a:avLst/>
          </a:prstGeom>
        </p:spPr>
      </p:pic>
      <p:sp>
        <p:nvSpPr>
          <p:cNvPr id="11" name="연구영역 제목"/>
          <p:cNvSpPr txBox="1"/>
          <p:nvPr/>
        </p:nvSpPr>
        <p:spPr>
          <a:xfrm>
            <a:off x="10789920" y="640080"/>
            <a:ext cx="3511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3446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연구영역</a:t>
            </a:r>
            <a:endParaRPr lang="en-US" sz="5200" dirty="0"/>
          </a:p>
        </p:txBody>
      </p:sp>
      <p:sp>
        <p:nvSpPr>
          <p:cNvPr id="12" name="연구영역 구분선"/>
          <p:cNvSpPr/>
          <p:nvPr/>
        </p:nvSpPr>
        <p:spPr>
          <a:xfrm>
            <a:off x="9144000" y="2788920"/>
            <a:ext cx="5157216" cy="0"/>
          </a:xfrm>
          <a:prstGeom prst="line">
            <a:avLst/>
          </a:prstGeom>
          <a:noFill/>
          <a:ln w="25400">
            <a:solidFill>
              <a:srgbClr val="D5DCE8"/>
            </a:solidFill>
            <a:prstDash val="solid"/>
          </a:ln>
        </p:spPr>
      </p:sp>
      <p:pic>
        <p:nvPicPr>
          <p:cNvPr id="13" name="Image 2" descr="위치 아이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541014"/>
            <a:ext cx="731520" cy="731520"/>
          </a:xfrm>
          <a:prstGeom prst="rect">
            <a:avLst/>
          </a:prstGeom>
        </p:spPr>
      </p:pic>
      <p:sp>
        <p:nvSpPr>
          <p:cNvPr id="14" name="연구영역 접수처"/>
          <p:cNvSpPr txBox="1"/>
          <p:nvPr/>
        </p:nvSpPr>
        <p:spPr>
          <a:xfrm>
            <a:off x="10332720" y="2926080"/>
            <a:ext cx="3968496" cy="196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산학협력단</a:t>
            </a:r>
            <a:endParaRPr lang="en-US" sz="4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4A54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916호</a:t>
            </a:r>
            <a:endParaRPr lang="en-US" sz="4000" dirty="0"/>
          </a:p>
        </p:txBody>
      </p:sp>
      <p:sp>
        <p:nvSpPr>
          <p:cNvPr id="15" name="봉사영역 안내 카드"/>
          <p:cNvSpPr/>
          <p:nvPr/>
        </p:nvSpPr>
        <p:spPr>
          <a:xfrm>
            <a:off x="8778240" y="5527548"/>
            <a:ext cx="5888736" cy="4704588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50800">
            <a:solidFill>
              <a:srgbClr val="FF6A2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2000"/>
              </a:srgbClr>
            </a:outerShdw>
          </a:effectLst>
        </p:spPr>
      </p:sp>
      <p:sp>
        <p:nvSpPr>
          <p:cNvPr id="16" name="봉사영역 화살표 원"/>
          <p:cNvSpPr/>
          <p:nvPr/>
        </p:nvSpPr>
        <p:spPr>
          <a:xfrm>
            <a:off x="12929616" y="5984748"/>
            <a:ext cx="1371600" cy="1371600"/>
          </a:xfrm>
          <a:prstGeom prst="ellipse">
            <a:avLst/>
          </a:prstGeom>
          <a:solidFill>
            <a:srgbClr val="FF6A2B"/>
          </a:solidFill>
          <a:ln/>
        </p:spPr>
      </p:sp>
      <p:pic>
        <p:nvPicPr>
          <p:cNvPr id="17" name="Image 3" descr="오른쪽 화살표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1368" y="6286500"/>
            <a:ext cx="768096" cy="768096"/>
          </a:xfrm>
          <a:prstGeom prst="rect">
            <a:avLst/>
          </a:prstGeom>
        </p:spPr>
      </p:pic>
      <p:sp>
        <p:nvSpPr>
          <p:cNvPr id="18" name="봉사영역 제목"/>
          <p:cNvSpPr txBox="1"/>
          <p:nvPr/>
        </p:nvSpPr>
        <p:spPr>
          <a:xfrm>
            <a:off x="9144000" y="5710428"/>
            <a:ext cx="35112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FF6A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봉사영역</a:t>
            </a:r>
            <a:endParaRPr lang="en-US" sz="5200" dirty="0"/>
          </a:p>
        </p:txBody>
      </p:sp>
      <p:sp>
        <p:nvSpPr>
          <p:cNvPr id="19" name="봉사영역 구분선"/>
          <p:cNvSpPr/>
          <p:nvPr/>
        </p:nvSpPr>
        <p:spPr>
          <a:xfrm>
            <a:off x="9144000" y="7859268"/>
            <a:ext cx="5157216" cy="0"/>
          </a:xfrm>
          <a:prstGeom prst="line">
            <a:avLst/>
          </a:prstGeom>
          <a:noFill/>
          <a:ln w="25400">
            <a:solidFill>
              <a:srgbClr val="D5DCE8"/>
            </a:solidFill>
            <a:prstDash val="solid"/>
          </a:ln>
        </p:spPr>
      </p:sp>
      <p:pic>
        <p:nvPicPr>
          <p:cNvPr id="20" name="Image 4" descr="위치 아이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8611362"/>
            <a:ext cx="731520" cy="731520"/>
          </a:xfrm>
          <a:prstGeom prst="rect">
            <a:avLst/>
          </a:prstGeom>
        </p:spPr>
      </p:pic>
      <p:sp>
        <p:nvSpPr>
          <p:cNvPr id="21" name="봉사영역 접수처"/>
          <p:cNvSpPr txBox="1"/>
          <p:nvPr/>
        </p:nvSpPr>
        <p:spPr>
          <a:xfrm>
            <a:off x="10332720" y="7996428"/>
            <a:ext cx="3968496" cy="1961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기획처</a:t>
            </a:r>
            <a:endParaRPr lang="en-US" sz="4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4A54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본부동 911호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교원업적평가 접수 안내 - 시안 C (가로)</dc:title>
  <dc:subject>PptxGenJS Presentation</dc:subject>
  <dc:creator>PptxGenJS</dc:creator>
  <cp:lastModifiedBy>PptxGenJS</cp:lastModifiedBy>
  <cp:revision>1</cp:revision>
  <dcterms:created xsi:type="dcterms:W3CDTF">2026-10-30T04:43:26Z</dcterms:created>
  <dcterms:modified xsi:type="dcterms:W3CDTF">2026-10-30T04:43:26Z</dcterms:modified>
</cp:coreProperties>
</file>