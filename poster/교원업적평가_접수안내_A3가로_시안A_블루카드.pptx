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5124176" cy="10689336"/>
  <p:notesSz cx="10689336" cy="15124176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7B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장식 원 1"/>
          <p:cNvSpPr/>
          <p:nvPr/>
        </p:nvSpPr>
        <p:spPr>
          <a:xfrm>
            <a:off x="11521440" y="-2560320"/>
            <a:ext cx="5486400" cy="5486400"/>
          </a:xfrm>
          <a:prstGeom prst="ellipse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3" name="장식 원 2"/>
          <p:cNvSpPr/>
          <p:nvPr/>
        </p:nvSpPr>
        <p:spPr>
          <a:xfrm>
            <a:off x="-2377440" y="6949440"/>
            <a:ext cx="5029200" cy="5029200"/>
          </a:xfrm>
          <a:prstGeom prst="ellipse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4" name="안내 문구 카드"/>
          <p:cNvSpPr/>
          <p:nvPr/>
        </p:nvSpPr>
        <p:spPr>
          <a:xfrm>
            <a:off x="457200" y="868680"/>
            <a:ext cx="14209776" cy="4617720"/>
          </a:xfrm>
          <a:prstGeom prst="roundRect">
            <a:avLst>
              <a:gd name="adj" fmla="val 594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50800" dir="5400000">
              <a:srgbClr val="000000">
                <a:alpha val="18000"/>
              </a:srgbClr>
            </a:outerShdw>
          </a:effectLst>
        </p:spPr>
      </p:sp>
      <p:sp>
        <p:nvSpPr>
          <p:cNvPr id="5" name="배지 원"/>
          <p:cNvSpPr/>
          <p:nvPr/>
        </p:nvSpPr>
        <p:spPr>
          <a:xfrm>
            <a:off x="7104888" y="411480"/>
            <a:ext cx="914400" cy="914400"/>
          </a:xfrm>
          <a:prstGeom prst="ellipse">
            <a:avLst/>
          </a:prstGeom>
          <a:solidFill>
            <a:srgbClr val="0AA5E8"/>
          </a:solidFill>
          <a:ln w="635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20000"/>
              </a:srgbClr>
            </a:outerShdw>
          </a:effectLst>
        </p:spPr>
      </p:sp>
      <p:pic>
        <p:nvPicPr>
          <p:cNvPr id="6" name="Image 0" descr="서류 확인 아이콘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0" y="621792"/>
            <a:ext cx="493776" cy="493776"/>
          </a:xfrm>
          <a:prstGeom prst="rect">
            <a:avLst/>
          </a:prstGeom>
        </p:spPr>
      </p:pic>
      <p:sp>
        <p:nvSpPr>
          <p:cNvPr id="7" name="제목"/>
          <p:cNvSpPr/>
          <p:nvPr/>
        </p:nvSpPr>
        <p:spPr>
          <a:xfrm>
            <a:off x="5184648" y="1508760"/>
            <a:ext cx="4754880" cy="914400"/>
          </a:xfrm>
          <a:prstGeom prst="roundRect">
            <a:avLst>
              <a:gd name="adj" fmla="val 50000"/>
            </a:avLst>
          </a:prstGeom>
          <a:solidFill>
            <a:srgbClr val="1B255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spc="200" kern="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교원업적평가</a:t>
            </a:r>
            <a:endParaRPr lang="en-US" sz="4800" dirty="0"/>
          </a:p>
        </p:txBody>
      </p:sp>
      <p:sp>
        <p:nvSpPr>
          <p:cNvPr id="8" name="안내 문구"/>
          <p:cNvSpPr txBox="1"/>
          <p:nvPr/>
        </p:nvSpPr>
        <p:spPr>
          <a:xfrm>
            <a:off x="731520" y="2560320"/>
            <a:ext cx="13661136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5200" b="1" dirty="0">
                <a:solidFill>
                  <a:srgbClr val="0AA5E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전산프로그램 출력물</a:t>
            </a:r>
            <a:pPr algn="ctr" indent="0" marL="0">
              <a:lnSpc>
                <a:spcPct val="115000"/>
              </a:lnSpc>
              <a:buNone/>
            </a:pPr>
            <a:r>
              <a:rPr lang="en-US" sz="52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과</a:t>
            </a:r>
            <a:endParaRPr lang="en-US" sz="52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5200" b="1" dirty="0">
                <a:solidFill>
                  <a:srgbClr val="FF5A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증빙서류 확인</a:t>
            </a:r>
            <a:pPr algn="ctr" indent="0" marL="0">
              <a:lnSpc>
                <a:spcPct val="115000"/>
              </a:lnSpc>
              <a:buNone/>
            </a:pPr>
            <a:r>
              <a:rPr lang="en-US" sz="52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후</a:t>
            </a:r>
            <a:endParaRPr lang="en-US" sz="52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52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접수해 드리겠습니다.</a:t>
            </a:r>
            <a:endParaRPr lang="en-US" sz="5200" dirty="0"/>
          </a:p>
        </p:txBody>
      </p:sp>
      <p:sp>
        <p:nvSpPr>
          <p:cNvPr id="9" name="접수처 카드"/>
          <p:cNvSpPr/>
          <p:nvPr/>
        </p:nvSpPr>
        <p:spPr>
          <a:xfrm>
            <a:off x="457200" y="5852160"/>
            <a:ext cx="14209776" cy="4379976"/>
          </a:xfrm>
          <a:prstGeom prst="roundRect">
            <a:avLst>
              <a:gd name="adj" fmla="val 626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50800" dir="5400000">
              <a:srgbClr val="000000">
                <a:alpha val="18000"/>
              </a:srgbClr>
            </a:outerShdw>
          </a:effectLst>
        </p:spPr>
      </p:sp>
      <p:sp>
        <p:nvSpPr>
          <p:cNvPr id="10" name="연구영역 제목 상자"/>
          <p:cNvSpPr/>
          <p:nvPr/>
        </p:nvSpPr>
        <p:spPr>
          <a:xfrm>
            <a:off x="777240" y="6172200"/>
            <a:ext cx="6624828" cy="1371600"/>
          </a:xfrm>
          <a:prstGeom prst="roundRect">
            <a:avLst>
              <a:gd name="adj" fmla="val 14667"/>
            </a:avLst>
          </a:prstGeom>
          <a:solidFill>
            <a:srgbClr val="3446C6"/>
          </a:solidFill>
          <a:ln/>
          <a:effectLst>
            <a:outerShdw sx="100000" sy="100000" kx="0" ky="0" algn="bl" rotWithShape="0" blurRad="127000" dist="50800" dir="5400000">
              <a:srgbClr val="000000">
                <a:alpha val="15000"/>
              </a:srgbClr>
            </a:outerShdw>
          </a:effectLst>
        </p:spPr>
      </p:sp>
      <p:sp>
        <p:nvSpPr>
          <p:cNvPr id="11" name="연구영역 화살표 원"/>
          <p:cNvSpPr/>
          <p:nvPr/>
        </p:nvSpPr>
        <p:spPr>
          <a:xfrm>
            <a:off x="1005840" y="6332220"/>
            <a:ext cx="1051560" cy="10515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2" name="Image 1" descr="왼쪽 화살표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9868" y="6556248"/>
            <a:ext cx="603504" cy="603504"/>
          </a:xfrm>
          <a:prstGeom prst="rect">
            <a:avLst/>
          </a:prstGeom>
        </p:spPr>
      </p:pic>
      <p:sp>
        <p:nvSpPr>
          <p:cNvPr id="13" name="연구영역 제목"/>
          <p:cNvSpPr txBox="1"/>
          <p:nvPr/>
        </p:nvSpPr>
        <p:spPr>
          <a:xfrm>
            <a:off x="2148840" y="6172200"/>
            <a:ext cx="388162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연구영역</a:t>
            </a:r>
            <a:endParaRPr lang="en-US" sz="6000" dirty="0"/>
          </a:p>
        </p:txBody>
      </p:sp>
      <p:sp>
        <p:nvSpPr>
          <p:cNvPr id="14" name="연구영역 접수처"/>
          <p:cNvSpPr/>
          <p:nvPr/>
        </p:nvSpPr>
        <p:spPr>
          <a:xfrm>
            <a:off x="777240" y="7772400"/>
            <a:ext cx="6624828" cy="2139696"/>
          </a:xfrm>
          <a:prstGeom prst="roundRect">
            <a:avLst>
              <a:gd name="adj" fmla="val 9402"/>
            </a:avLst>
          </a:prstGeom>
          <a:solidFill>
            <a:srgbClr val="3446C6">
              <a:alpha val="12000"/>
            </a:srgbClr>
          </a:solidFill>
          <a:ln w="38100">
            <a:solidFill>
              <a:srgbClr val="3446C6"/>
            </a:solidFill>
            <a:prstDash val="solid"/>
          </a:ln>
        </p:spPr>
      </p:sp>
      <p:pic>
        <p:nvPicPr>
          <p:cNvPr id="15" name="Image 2" descr="위치 아이콘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2766" y="8001000"/>
            <a:ext cx="493776" cy="493776"/>
          </a:xfrm>
          <a:prstGeom prst="rect">
            <a:avLst/>
          </a:prstGeom>
        </p:spPr>
      </p:pic>
      <p:sp>
        <p:nvSpPr>
          <p:cNvPr id="16" name="연구영역 접수처 문구"/>
          <p:cNvSpPr txBox="1"/>
          <p:nvPr/>
        </p:nvSpPr>
        <p:spPr>
          <a:xfrm>
            <a:off x="960120" y="8549640"/>
            <a:ext cx="6259068" cy="1271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4200" b="1" dirty="0">
                <a:solidFill>
                  <a:srgbClr val="3446C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산학협력단</a:t>
            </a:r>
            <a:endParaRPr lang="en-US" sz="42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36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본부동 916호</a:t>
            </a:r>
            <a:endParaRPr lang="en-US" sz="4200" dirty="0"/>
          </a:p>
        </p:txBody>
      </p:sp>
      <p:sp>
        <p:nvSpPr>
          <p:cNvPr id="17" name="봉사영역 제목 상자"/>
          <p:cNvSpPr/>
          <p:nvPr/>
        </p:nvSpPr>
        <p:spPr>
          <a:xfrm>
            <a:off x="7722108" y="6172200"/>
            <a:ext cx="6624828" cy="1371600"/>
          </a:xfrm>
          <a:prstGeom prst="roundRect">
            <a:avLst>
              <a:gd name="adj" fmla="val 14667"/>
            </a:avLst>
          </a:prstGeom>
          <a:solidFill>
            <a:srgbClr val="FF6A2B"/>
          </a:solidFill>
          <a:ln/>
          <a:effectLst>
            <a:outerShdw sx="100000" sy="100000" kx="0" ky="0" algn="bl" rotWithShape="0" blurRad="127000" dist="50800" dir="5400000">
              <a:srgbClr val="000000">
                <a:alpha val="15000"/>
              </a:srgbClr>
            </a:outerShdw>
          </a:effectLst>
        </p:spPr>
      </p:sp>
      <p:sp>
        <p:nvSpPr>
          <p:cNvPr id="18" name="봉사영역 화살표 원"/>
          <p:cNvSpPr/>
          <p:nvPr/>
        </p:nvSpPr>
        <p:spPr>
          <a:xfrm>
            <a:off x="13066776" y="6332220"/>
            <a:ext cx="1051560" cy="10515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9" name="Image 3" descr="오른쪽 화살표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90804" y="6556248"/>
            <a:ext cx="603504" cy="603504"/>
          </a:xfrm>
          <a:prstGeom prst="rect">
            <a:avLst/>
          </a:prstGeom>
        </p:spPr>
      </p:pic>
      <p:sp>
        <p:nvSpPr>
          <p:cNvPr id="20" name="봉사영역 제목"/>
          <p:cNvSpPr txBox="1"/>
          <p:nvPr/>
        </p:nvSpPr>
        <p:spPr>
          <a:xfrm>
            <a:off x="9093708" y="6172200"/>
            <a:ext cx="388162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봉사영역</a:t>
            </a:r>
            <a:endParaRPr lang="en-US" sz="6000" dirty="0"/>
          </a:p>
        </p:txBody>
      </p:sp>
      <p:sp>
        <p:nvSpPr>
          <p:cNvPr id="21" name="봉사영역 접수처"/>
          <p:cNvSpPr/>
          <p:nvPr/>
        </p:nvSpPr>
        <p:spPr>
          <a:xfrm>
            <a:off x="7722108" y="7772400"/>
            <a:ext cx="6624828" cy="2139696"/>
          </a:xfrm>
          <a:prstGeom prst="roundRect">
            <a:avLst>
              <a:gd name="adj" fmla="val 9402"/>
            </a:avLst>
          </a:prstGeom>
          <a:solidFill>
            <a:srgbClr val="FF6A2B">
              <a:alpha val="12000"/>
            </a:srgbClr>
          </a:solidFill>
          <a:ln w="38100">
            <a:solidFill>
              <a:srgbClr val="FF6A2B"/>
            </a:solidFill>
            <a:prstDash val="solid"/>
          </a:ln>
        </p:spPr>
      </p:sp>
      <p:pic>
        <p:nvPicPr>
          <p:cNvPr id="22" name="Image 4" descr="위치 아이콘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87634" y="8001000"/>
            <a:ext cx="493776" cy="493776"/>
          </a:xfrm>
          <a:prstGeom prst="rect">
            <a:avLst/>
          </a:prstGeom>
        </p:spPr>
      </p:pic>
      <p:sp>
        <p:nvSpPr>
          <p:cNvPr id="23" name="봉사영역 접수처 문구"/>
          <p:cNvSpPr txBox="1"/>
          <p:nvPr/>
        </p:nvSpPr>
        <p:spPr>
          <a:xfrm>
            <a:off x="7904988" y="8549640"/>
            <a:ext cx="6259068" cy="1271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4200" b="1" dirty="0">
                <a:solidFill>
                  <a:srgbClr val="FF6A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기획처</a:t>
            </a:r>
            <a:endParaRPr lang="en-US" sz="42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36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본부동 911호</a:t>
            </a:r>
            <a:endParaRPr lang="en-US" sz="4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교원업적평가 접수 안내 - 시안 A (가로)</dc:title>
  <dc:subject>PptxGenJS Presentation</dc:subject>
  <dc:creator>PptxGenJS</dc:creator>
  <cp:lastModifiedBy>PptxGenJS</cp:lastModifiedBy>
  <cp:revision>1</cp:revision>
  <dcterms:created xsi:type="dcterms:W3CDTF">2026-10-30T04:43:26Z</dcterms:created>
  <dcterms:modified xsi:type="dcterms:W3CDTF">2026-10-30T04:43:26Z</dcterms:modified>
</cp:coreProperties>
</file>