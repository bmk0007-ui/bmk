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5124176" cy="10689336"/>
  <p:notesSz cx="10689336" cy="1512417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식 원"/>
          <p:cNvSpPr/>
          <p:nvPr/>
        </p:nvSpPr>
        <p:spPr>
          <a:xfrm>
            <a:off x="2651760" y="-1645920"/>
            <a:ext cx="3657600" cy="3657600"/>
          </a:xfrm>
          <a:prstGeom prst="ellipse">
            <a:avLst/>
          </a:prstGeom>
          <a:solidFill>
            <a:srgbClr val="EAF2FD"/>
          </a:solidFill>
          <a:ln/>
        </p:spPr>
      </p:sp>
      <p:sp>
        <p:nvSpPr>
          <p:cNvPr id="3" name="장식 원 2"/>
          <p:cNvSpPr/>
          <p:nvPr/>
        </p:nvSpPr>
        <p:spPr>
          <a:xfrm>
            <a:off x="8814816" y="8494776"/>
            <a:ext cx="3291840" cy="3291840"/>
          </a:xfrm>
          <a:prstGeom prst="ellipse">
            <a:avLst/>
          </a:prstGeom>
          <a:solidFill>
            <a:srgbClr val="FFF0EA"/>
          </a:solidFill>
          <a:ln/>
        </p:spPr>
      </p:sp>
      <p:sp>
        <p:nvSpPr>
          <p:cNvPr id="4" name="아이콘 원"/>
          <p:cNvSpPr/>
          <p:nvPr/>
        </p:nvSpPr>
        <p:spPr>
          <a:xfrm>
            <a:off x="7013448" y="1005840"/>
            <a:ext cx="1097280" cy="1097280"/>
          </a:xfrm>
          <a:prstGeom prst="ellipse">
            <a:avLst/>
          </a:prstGeom>
          <a:solidFill>
            <a:srgbClr val="1E7BE0"/>
          </a:solidFill>
          <a:ln/>
        </p:spPr>
      </p:sp>
      <p:pic>
        <p:nvPicPr>
          <p:cNvPr id="5" name="Image 0" descr="확인 아이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1225296"/>
            <a:ext cx="585216" cy="658368"/>
          </a:xfrm>
          <a:prstGeom prst="rect">
            <a:avLst/>
          </a:prstGeom>
        </p:spPr>
      </p:pic>
      <p:sp>
        <p:nvSpPr>
          <p:cNvPr id="6" name="제목"/>
          <p:cNvSpPr/>
          <p:nvPr/>
        </p:nvSpPr>
        <p:spPr>
          <a:xfrm>
            <a:off x="5276088" y="2514600"/>
            <a:ext cx="4572000" cy="960120"/>
          </a:xfrm>
          <a:prstGeom prst="roundRect">
            <a:avLst>
              <a:gd name="adj" fmla="val 50000"/>
            </a:avLst>
          </a:prstGeom>
          <a:solidFill>
            <a:srgbClr val="1B25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2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교원업적평가</a:t>
            </a:r>
            <a:endParaRPr lang="en-US" sz="4800" dirty="0"/>
          </a:p>
        </p:txBody>
      </p:sp>
      <p:sp>
        <p:nvSpPr>
          <p:cNvPr id="7" name="안내 문구"/>
          <p:cNvSpPr txBox="1"/>
          <p:nvPr/>
        </p:nvSpPr>
        <p:spPr>
          <a:xfrm>
            <a:off x="4480560" y="3840480"/>
            <a:ext cx="6163056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4400" b="1" dirty="0">
                <a:solidFill>
                  <a:srgbClr val="1E7B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전산프로그램 출력물</a:t>
            </a:r>
            <a:pPr algn="ctr" indent="0" marL="0">
              <a:lnSpc>
                <a:spcPct val="145000"/>
              </a:lnSpc>
              <a:buNone/>
            </a:pPr>
            <a:r>
              <a:rPr lang="en-US" sz="4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</a:t>
            </a:r>
            <a:endParaRPr lang="en-US" sz="44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4400" b="1" dirty="0">
                <a:solidFill>
                  <a:srgbClr val="FF5A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증빙서류 확인</a:t>
            </a:r>
            <a:pPr algn="ctr" indent="0" marL="0">
              <a:lnSpc>
                <a:spcPct val="145000"/>
              </a:lnSpc>
              <a:buNone/>
            </a:pPr>
            <a:r>
              <a:rPr lang="en-US" sz="4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후</a:t>
            </a:r>
            <a:endParaRPr lang="en-US" sz="44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4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접수해 드리겠습니다.</a:t>
            </a:r>
            <a:endParaRPr lang="en-US" sz="4400" dirty="0"/>
          </a:p>
        </p:txBody>
      </p:sp>
      <p:sp>
        <p:nvSpPr>
          <p:cNvPr id="8" name="연구영역 색면"/>
          <p:cNvSpPr/>
          <p:nvPr/>
        </p:nvSpPr>
        <p:spPr>
          <a:xfrm>
            <a:off x="0" y="0"/>
            <a:ext cx="4114800" cy="10689336"/>
          </a:xfrm>
          <a:prstGeom prst="rect">
            <a:avLst/>
          </a:prstGeom>
          <a:solidFill>
            <a:srgbClr val="3446C6"/>
          </a:solidFill>
          <a:ln/>
        </p:spPr>
      </p:sp>
      <p:pic>
        <p:nvPicPr>
          <p:cNvPr id="9" name="Image 1" descr="왼쪽 화살표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5760" y="914400"/>
            <a:ext cx="1645920" cy="1371600"/>
          </a:xfrm>
          <a:prstGeom prst="rect">
            <a:avLst/>
          </a:prstGeom>
        </p:spPr>
      </p:pic>
      <p:sp>
        <p:nvSpPr>
          <p:cNvPr id="10" name="연구영역 제목"/>
          <p:cNvSpPr txBox="1"/>
          <p:nvPr/>
        </p:nvSpPr>
        <p:spPr>
          <a:xfrm>
            <a:off x="365760" y="274320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연구영역</a:t>
            </a:r>
            <a:endParaRPr lang="en-US" sz="5600" dirty="0"/>
          </a:p>
        </p:txBody>
      </p:sp>
      <p:sp>
        <p:nvSpPr>
          <p:cNvPr id="11" name="연구영역 접수처 카드"/>
          <p:cNvSpPr/>
          <p:nvPr/>
        </p:nvSpPr>
        <p:spPr>
          <a:xfrm>
            <a:off x="365760" y="4937760"/>
            <a:ext cx="3383280" cy="356616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20000"/>
              </a:srgbClr>
            </a:outerShdw>
          </a:effectLst>
        </p:spPr>
      </p:sp>
      <p:pic>
        <p:nvPicPr>
          <p:cNvPr id="12" name="Image 2" descr="위치 아이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349240"/>
            <a:ext cx="594360" cy="594360"/>
          </a:xfrm>
          <a:prstGeom prst="rect">
            <a:avLst/>
          </a:prstGeom>
        </p:spPr>
      </p:pic>
      <p:sp>
        <p:nvSpPr>
          <p:cNvPr id="13" name="연구영역 접수처"/>
          <p:cNvSpPr txBox="1"/>
          <p:nvPr/>
        </p:nvSpPr>
        <p:spPr>
          <a:xfrm>
            <a:off x="640080" y="6035040"/>
            <a:ext cx="28346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3446C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산학협력단</a:t>
            </a:r>
            <a:endParaRPr lang="en-US" sz="4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본부동 916호</a:t>
            </a:r>
            <a:endParaRPr lang="en-US" sz="4000" dirty="0"/>
          </a:p>
        </p:txBody>
      </p:sp>
      <p:sp>
        <p:nvSpPr>
          <p:cNvPr id="14" name="봉사영역 색면"/>
          <p:cNvSpPr/>
          <p:nvPr/>
        </p:nvSpPr>
        <p:spPr>
          <a:xfrm>
            <a:off x="11009376" y="0"/>
            <a:ext cx="4114800" cy="10689336"/>
          </a:xfrm>
          <a:prstGeom prst="rect">
            <a:avLst/>
          </a:prstGeom>
          <a:solidFill>
            <a:srgbClr val="FF6A2B"/>
          </a:solidFill>
          <a:ln/>
        </p:spPr>
      </p:sp>
      <p:pic>
        <p:nvPicPr>
          <p:cNvPr id="15" name="Image 3" descr="오른쪽 화살표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3112496" y="914400"/>
            <a:ext cx="1645920" cy="1371600"/>
          </a:xfrm>
          <a:prstGeom prst="rect">
            <a:avLst/>
          </a:prstGeom>
        </p:spPr>
      </p:pic>
      <p:sp>
        <p:nvSpPr>
          <p:cNvPr id="16" name="봉사영역 제목"/>
          <p:cNvSpPr txBox="1"/>
          <p:nvPr/>
        </p:nvSpPr>
        <p:spPr>
          <a:xfrm>
            <a:off x="11375136" y="274320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봉사영역</a:t>
            </a:r>
            <a:endParaRPr lang="en-US" sz="5600" dirty="0"/>
          </a:p>
        </p:txBody>
      </p:sp>
      <p:sp>
        <p:nvSpPr>
          <p:cNvPr id="17" name="봉사영역 접수처 카드"/>
          <p:cNvSpPr/>
          <p:nvPr/>
        </p:nvSpPr>
        <p:spPr>
          <a:xfrm>
            <a:off x="11375136" y="4937760"/>
            <a:ext cx="3383280" cy="356616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20000"/>
              </a:srgbClr>
            </a:outerShdw>
          </a:effectLst>
        </p:spPr>
      </p:sp>
      <p:pic>
        <p:nvPicPr>
          <p:cNvPr id="18" name="Image 4" descr="위치 아이콘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89736" y="5349240"/>
            <a:ext cx="594360" cy="594360"/>
          </a:xfrm>
          <a:prstGeom prst="rect">
            <a:avLst/>
          </a:prstGeom>
        </p:spPr>
      </p:pic>
      <p:sp>
        <p:nvSpPr>
          <p:cNvPr id="19" name="봉사영역 접수처"/>
          <p:cNvSpPr txBox="1"/>
          <p:nvPr/>
        </p:nvSpPr>
        <p:spPr>
          <a:xfrm>
            <a:off x="11649456" y="6035040"/>
            <a:ext cx="28346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FF6A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기획처</a:t>
            </a:r>
            <a:endParaRPr lang="en-US" sz="40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본부동 911호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교원업적평가 접수 안내 - 시안 B (가로)</dc:title>
  <dc:subject>PptxGenJS Presentation</dc:subject>
  <dc:creator>PptxGenJS</dc:creator>
  <cp:lastModifiedBy>PptxGenJS</cp:lastModifiedBy>
  <cp:revision>1</cp:revision>
  <dcterms:created xsi:type="dcterms:W3CDTF">2026-10-30T04:43:26Z</dcterms:created>
  <dcterms:modified xsi:type="dcterms:W3CDTF">2026-10-30T04:43:26Z</dcterms:modified>
</cp:coreProperties>
</file>