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15124176"/>
  <p:notesSz cx="15124176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안내 문구 카드"/>
          <p:cNvSpPr/>
          <p:nvPr/>
        </p:nvSpPr>
        <p:spPr>
          <a:xfrm>
            <a:off x="548640" y="548640"/>
            <a:ext cx="9592056" cy="6766560"/>
          </a:xfrm>
          <a:prstGeom prst="roundRect">
            <a:avLst>
              <a:gd name="adj" fmla="val 5405"/>
            </a:avLst>
          </a:prstGeom>
          <a:solidFill>
            <a:srgbClr val="1B2559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sp>
        <p:nvSpPr>
          <p:cNvPr id="3" name="장식 원 1"/>
          <p:cNvSpPr/>
          <p:nvPr/>
        </p:nvSpPr>
        <p:spPr>
          <a:xfrm>
            <a:off x="7223760" y="-822960"/>
            <a:ext cx="4023360" cy="402336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장식 원 2"/>
          <p:cNvSpPr/>
          <p:nvPr/>
        </p:nvSpPr>
        <p:spPr>
          <a:xfrm>
            <a:off x="-182880" y="4937760"/>
            <a:ext cx="2743200" cy="27432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5" name="Image 0" descr="서류 확인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0620" y="1234440"/>
            <a:ext cx="768096" cy="768096"/>
          </a:xfrm>
          <a:prstGeom prst="rect">
            <a:avLst/>
          </a:prstGeom>
        </p:spPr>
      </p:pic>
      <p:sp>
        <p:nvSpPr>
          <p:cNvPr id="6" name="제목"/>
          <p:cNvSpPr txBox="1"/>
          <p:nvPr/>
        </p:nvSpPr>
        <p:spPr>
          <a:xfrm>
            <a:off x="822960" y="2148840"/>
            <a:ext cx="9043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200" kern="0" dirty="0">
                <a:solidFill>
                  <a:srgbClr val="FFD5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6000" dirty="0"/>
          </a:p>
        </p:txBody>
      </p:sp>
      <p:sp>
        <p:nvSpPr>
          <p:cNvPr id="7" name="안내 문구"/>
          <p:cNvSpPr txBox="1"/>
          <p:nvPr/>
        </p:nvSpPr>
        <p:spPr>
          <a:xfrm>
            <a:off x="822960" y="3383280"/>
            <a:ext cx="90434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5C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6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FF8A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6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6000" dirty="0"/>
          </a:p>
        </p:txBody>
      </p:sp>
      <p:sp>
        <p:nvSpPr>
          <p:cNvPr id="8" name="연구영역 안내 바"/>
          <p:cNvSpPr/>
          <p:nvPr/>
        </p:nvSpPr>
        <p:spPr>
          <a:xfrm>
            <a:off x="548640" y="7726680"/>
            <a:ext cx="9592056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0800">
            <a:solidFill>
              <a:srgbClr val="3446C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2000"/>
              </a:srgbClr>
            </a:outerShdw>
          </a:effectLst>
        </p:spPr>
      </p:sp>
      <p:sp>
        <p:nvSpPr>
          <p:cNvPr id="9" name="연구영역 화살표 원"/>
          <p:cNvSpPr/>
          <p:nvPr/>
        </p:nvSpPr>
        <p:spPr>
          <a:xfrm>
            <a:off x="960120" y="8458200"/>
            <a:ext cx="1737360" cy="1737360"/>
          </a:xfrm>
          <a:prstGeom prst="ellipse">
            <a:avLst/>
          </a:prstGeom>
          <a:solidFill>
            <a:srgbClr val="3446C6"/>
          </a:solidFill>
          <a:ln/>
        </p:spPr>
      </p:sp>
      <p:pic>
        <p:nvPicPr>
          <p:cNvPr id="10" name="Image 1" descr="왼쪽 화살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8823960"/>
            <a:ext cx="1005840" cy="1005840"/>
          </a:xfrm>
          <a:prstGeom prst="rect">
            <a:avLst/>
          </a:prstGeom>
        </p:spPr>
      </p:pic>
      <p:sp>
        <p:nvSpPr>
          <p:cNvPr id="11" name="연구영역 제목"/>
          <p:cNvSpPr txBox="1"/>
          <p:nvPr/>
        </p:nvSpPr>
        <p:spPr>
          <a:xfrm>
            <a:off x="3063240" y="772668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3446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연구영역</a:t>
            </a:r>
            <a:endParaRPr lang="en-US" sz="5000" dirty="0"/>
          </a:p>
        </p:txBody>
      </p:sp>
      <p:sp>
        <p:nvSpPr>
          <p:cNvPr id="12" name="연구영역 구분선"/>
          <p:cNvSpPr/>
          <p:nvPr/>
        </p:nvSpPr>
        <p:spPr>
          <a:xfrm>
            <a:off x="5897880" y="8458200"/>
            <a:ext cx="0" cy="1737360"/>
          </a:xfrm>
          <a:prstGeom prst="line">
            <a:avLst/>
          </a:prstGeom>
          <a:noFill/>
          <a:ln w="25400">
            <a:solidFill>
              <a:srgbClr val="D5DCE8"/>
            </a:solidFill>
            <a:prstDash val="solid"/>
          </a:ln>
        </p:spPr>
      </p:sp>
      <p:pic>
        <p:nvPicPr>
          <p:cNvPr id="13" name="Image 2" descr="위치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08" y="8138160"/>
            <a:ext cx="548640" cy="548640"/>
          </a:xfrm>
          <a:prstGeom prst="rect">
            <a:avLst/>
          </a:prstGeom>
        </p:spPr>
      </p:pic>
      <p:sp>
        <p:nvSpPr>
          <p:cNvPr id="14" name="연구영역 접수처"/>
          <p:cNvSpPr txBox="1"/>
          <p:nvPr/>
        </p:nvSpPr>
        <p:spPr>
          <a:xfrm>
            <a:off x="6126480" y="8732520"/>
            <a:ext cx="3511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산학협력단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4A54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916호</a:t>
            </a:r>
            <a:endParaRPr lang="en-US" sz="4000" dirty="0"/>
          </a:p>
        </p:txBody>
      </p:sp>
      <p:sp>
        <p:nvSpPr>
          <p:cNvPr id="15" name="봉사영역 안내 바"/>
          <p:cNvSpPr/>
          <p:nvPr/>
        </p:nvSpPr>
        <p:spPr>
          <a:xfrm>
            <a:off x="548640" y="11292840"/>
            <a:ext cx="9592056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0800">
            <a:solidFill>
              <a:srgbClr val="FF6A2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2000"/>
              </a:srgbClr>
            </a:outerShdw>
          </a:effectLst>
        </p:spPr>
      </p:sp>
      <p:sp>
        <p:nvSpPr>
          <p:cNvPr id="16" name="봉사영역 화살표 원"/>
          <p:cNvSpPr/>
          <p:nvPr/>
        </p:nvSpPr>
        <p:spPr>
          <a:xfrm>
            <a:off x="7991856" y="12024360"/>
            <a:ext cx="1737360" cy="1737360"/>
          </a:xfrm>
          <a:prstGeom prst="ellipse">
            <a:avLst/>
          </a:prstGeom>
          <a:solidFill>
            <a:srgbClr val="FF6A2B"/>
          </a:solidFill>
          <a:ln/>
        </p:spPr>
      </p:sp>
      <p:pic>
        <p:nvPicPr>
          <p:cNvPr id="17" name="Image 3" descr="오른쪽 화살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2390120"/>
            <a:ext cx="1005840" cy="1005840"/>
          </a:xfrm>
          <a:prstGeom prst="rect">
            <a:avLst/>
          </a:prstGeom>
        </p:spPr>
      </p:pic>
      <p:sp>
        <p:nvSpPr>
          <p:cNvPr id="18" name="봉사영역 제목"/>
          <p:cNvSpPr txBox="1"/>
          <p:nvPr/>
        </p:nvSpPr>
        <p:spPr>
          <a:xfrm>
            <a:off x="1051560" y="1129284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5000" dirty="0"/>
          </a:p>
        </p:txBody>
      </p:sp>
      <p:sp>
        <p:nvSpPr>
          <p:cNvPr id="19" name="봉사영역 구분선"/>
          <p:cNvSpPr/>
          <p:nvPr/>
        </p:nvSpPr>
        <p:spPr>
          <a:xfrm>
            <a:off x="3886200" y="12024360"/>
            <a:ext cx="0" cy="1737360"/>
          </a:xfrm>
          <a:prstGeom prst="line">
            <a:avLst/>
          </a:prstGeom>
          <a:noFill/>
          <a:ln w="25400">
            <a:solidFill>
              <a:srgbClr val="D5DCE8"/>
            </a:solidFill>
            <a:prstDash val="solid"/>
          </a:ln>
        </p:spPr>
      </p:sp>
      <p:pic>
        <p:nvPicPr>
          <p:cNvPr id="20" name="Image 4" descr="위치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11704320"/>
            <a:ext cx="548640" cy="548640"/>
          </a:xfrm>
          <a:prstGeom prst="rect">
            <a:avLst/>
          </a:prstGeom>
        </p:spPr>
      </p:pic>
      <p:sp>
        <p:nvSpPr>
          <p:cNvPr id="21" name="봉사영역 접수처"/>
          <p:cNvSpPr txBox="1"/>
          <p:nvPr/>
        </p:nvSpPr>
        <p:spPr>
          <a:xfrm>
            <a:off x="4114800" y="12298680"/>
            <a:ext cx="3511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4A54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교원업적평가 접수 안내 - 시안 C</dc:title>
  <dc:subject>PptxGenJS Presentation</dc:subject>
  <dc:creator>PptxGenJS</dc:creator>
  <cp:lastModifiedBy>PptxGenJS</cp:lastModifiedBy>
  <cp:revision>1</cp:revision>
  <dcterms:created xsi:type="dcterms:W3CDTF">2026-10-30T04:43:26Z</dcterms:created>
  <dcterms:modified xsi:type="dcterms:W3CDTF">2026-10-30T04:43:26Z</dcterms:modified>
</cp:coreProperties>
</file>