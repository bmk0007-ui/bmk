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식 원 1"/>
          <p:cNvSpPr/>
          <p:nvPr/>
        </p:nvSpPr>
        <p:spPr>
          <a:xfrm>
            <a:off x="4937760" y="-1463040"/>
            <a:ext cx="4023360" cy="40233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장식 원 2"/>
          <p:cNvSpPr/>
          <p:nvPr/>
        </p:nvSpPr>
        <p:spPr>
          <a:xfrm>
            <a:off x="-1645920" y="813816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안내 문구 카드"/>
          <p:cNvSpPr/>
          <p:nvPr/>
        </p:nvSpPr>
        <p:spPr>
          <a:xfrm>
            <a:off x="411480" y="868680"/>
            <a:ext cx="6739128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배지 원"/>
          <p:cNvSpPr/>
          <p:nvPr/>
        </p:nvSpPr>
        <p:spPr>
          <a:xfrm>
            <a:off x="3300984" y="388620"/>
            <a:ext cx="960120" cy="960120"/>
          </a:xfrm>
          <a:prstGeom prst="ellipse">
            <a:avLst/>
          </a:prstGeom>
          <a:solidFill>
            <a:srgbClr val="1B2559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0" descr="서류 확인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012" y="612648"/>
            <a:ext cx="512064" cy="512064"/>
          </a:xfrm>
          <a:prstGeom prst="rect">
            <a:avLst/>
          </a:prstGeom>
        </p:spPr>
      </p:pic>
      <p:sp>
        <p:nvSpPr>
          <p:cNvPr id="7" name="제목"/>
          <p:cNvSpPr/>
          <p:nvPr/>
        </p:nvSpPr>
        <p:spPr>
          <a:xfrm>
            <a:off x="1815084" y="1554480"/>
            <a:ext cx="3931920" cy="777240"/>
          </a:xfrm>
          <a:prstGeom prst="roundRect">
            <a:avLst>
              <a:gd name="adj" fmla="val 50000"/>
            </a:avLst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4000" dirty="0"/>
          </a:p>
        </p:txBody>
      </p:sp>
      <p:sp>
        <p:nvSpPr>
          <p:cNvPr id="8" name="안내 문구"/>
          <p:cNvSpPr txBox="1"/>
          <p:nvPr/>
        </p:nvSpPr>
        <p:spPr>
          <a:xfrm>
            <a:off x="594360" y="2468880"/>
            <a:ext cx="637336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0AA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5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4000" dirty="0"/>
          </a:p>
        </p:txBody>
      </p:sp>
      <p:sp>
        <p:nvSpPr>
          <p:cNvPr id="9" name="접수처 카드"/>
          <p:cNvSpPr/>
          <p:nvPr/>
        </p:nvSpPr>
        <p:spPr>
          <a:xfrm>
            <a:off x="411480" y="5760720"/>
            <a:ext cx="6739128" cy="4517136"/>
          </a:xfrm>
          <a:prstGeom prst="roundRect">
            <a:avLst>
              <a:gd name="adj" fmla="val 5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봉사영역 제목 상자"/>
          <p:cNvSpPr/>
          <p:nvPr/>
        </p:nvSpPr>
        <p:spPr>
          <a:xfrm>
            <a:off x="731520" y="6080760"/>
            <a:ext cx="6099048" cy="1371600"/>
          </a:xfrm>
          <a:prstGeom prst="roundRect">
            <a:avLst>
              <a:gd name="adj" fmla="val 13333"/>
            </a:avLst>
          </a:prstGeom>
          <a:solidFill>
            <a:srgbClr val="FF6A2B"/>
          </a:solidFill>
          <a:ln/>
        </p:spPr>
      </p:sp>
      <p:pic>
        <p:nvPicPr>
          <p:cNvPr id="11" name="Image 1" descr="봉사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382512"/>
            <a:ext cx="768096" cy="768096"/>
          </a:xfrm>
          <a:prstGeom prst="rect">
            <a:avLst/>
          </a:prstGeom>
        </p:spPr>
      </p:pic>
      <p:sp>
        <p:nvSpPr>
          <p:cNvPr id="12" name="봉사영역 제목"/>
          <p:cNvSpPr txBox="1"/>
          <p:nvPr/>
        </p:nvSpPr>
        <p:spPr>
          <a:xfrm>
            <a:off x="2011680" y="6080760"/>
            <a:ext cx="3538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5600" dirty="0"/>
          </a:p>
        </p:txBody>
      </p:sp>
      <p:sp>
        <p:nvSpPr>
          <p:cNvPr id="13" name="접수처 상자"/>
          <p:cNvSpPr/>
          <p:nvPr/>
        </p:nvSpPr>
        <p:spPr>
          <a:xfrm>
            <a:off x="731520" y="7680960"/>
            <a:ext cx="6099048" cy="2276856"/>
          </a:xfrm>
          <a:prstGeom prst="roundRect">
            <a:avLst>
              <a:gd name="adj" fmla="val 8032"/>
            </a:avLst>
          </a:prstGeom>
          <a:solidFill>
            <a:srgbClr val="FFF1EA"/>
          </a:solidFill>
          <a:ln w="38100">
            <a:solidFill>
              <a:srgbClr val="FF6A2B"/>
            </a:solidFill>
            <a:prstDash val="solid"/>
          </a:ln>
        </p:spPr>
      </p:sp>
      <p:pic>
        <p:nvPicPr>
          <p:cNvPr id="14" name="Image 2" descr="위치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156" y="7955280"/>
            <a:ext cx="493776" cy="493776"/>
          </a:xfrm>
          <a:prstGeom prst="rect">
            <a:avLst/>
          </a:prstGeom>
        </p:spPr>
      </p:pic>
      <p:sp>
        <p:nvSpPr>
          <p:cNvPr id="15" name="접수처"/>
          <p:cNvSpPr txBox="1"/>
          <p:nvPr/>
        </p:nvSpPr>
        <p:spPr>
          <a:xfrm>
            <a:off x="914400" y="8503920"/>
            <a:ext cx="57332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E85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911호 봉사영역 접수 안내 - 시안 1</dc:title>
  <dc:subject>PptxGenJS Presentation</dc:subject>
  <dc:creator>PptxGenJS</dc:creator>
  <cp:lastModifiedBy>PptxGenJS</cp:lastModifiedBy>
  <cp:revision>1</cp:revision>
  <dcterms:created xsi:type="dcterms:W3CDTF">2026-10-30T04:53:02Z</dcterms:created>
  <dcterms:modified xsi:type="dcterms:W3CDTF">2026-10-30T04:53:02Z</dcterms:modified>
</cp:coreProperties>
</file>